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3A6878-8AFE-4ABE-BE2E-03B764860976}" v="83" dt="2025-11-06T09:22:49.627"/>
    <p1510:client id="{A98CB2D7-D2FD-467C-91F9-E62900B57851}" v="413" dt="2025-11-04T13:46:38.9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405" autoAdjust="0"/>
    <p:restoredTop sz="94712" autoAdjust="0"/>
  </p:normalViewPr>
  <p:slideViewPr>
    <p:cSldViewPr snapToGrid="0">
      <p:cViewPr varScale="1">
        <p:scale>
          <a:sx n="108" d="100"/>
          <a:sy n="108" d="100"/>
        </p:scale>
        <p:origin x="63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30.11.2025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079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30.11.2025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3711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30.11.2025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6369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30.11.2025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576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30.11.2025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002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30.11.2025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5335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30.11.2025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8754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30.11.2025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5695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30.11.2025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4169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30.11.2025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5727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30.11.2025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2261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FFB779-270B-4192-84BA-A697F48306DC}" type="datetimeFigureOut">
              <a:rPr lang="ru-RU" smtClean="0"/>
              <a:t>30.11.2025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4979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30">
            <a:extLst>
              <a:ext uri="{FF2B5EF4-FFF2-40B4-BE49-F238E27FC236}">
                <a16:creationId xmlns:a16="http://schemas.microsoft.com/office/drawing/2014/main" id="{0A597D97-203B-498B-95D3-E90DC961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Рисунок 4" descr="Изображение выглядит как транспортное средство, графическая вставка, колесо, Наземный транспор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BDC3A56-B871-A3EF-8AA7-6A2018FAA49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512" b="13590"/>
          <a:stretch>
            <a:fillRect/>
          </a:stretch>
        </p:blipFill>
        <p:spPr>
          <a:xfrm>
            <a:off x="4267201" y="10"/>
            <a:ext cx="7924800" cy="338327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0057535-DA4E-B5C3-DECF-F53E6CB0653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1548" r="2" b="18750"/>
          <a:stretch>
            <a:fillRect/>
          </a:stretch>
        </p:blipFill>
        <p:spPr>
          <a:xfrm>
            <a:off x="4650916" y="3474720"/>
            <a:ext cx="7555832" cy="3383280"/>
          </a:xfrm>
          <a:prstGeom prst="rect">
            <a:avLst/>
          </a:prstGeom>
        </p:spPr>
      </p:pic>
      <p:sp useBgFill="1">
        <p:nvSpPr>
          <p:cNvPr id="33" name="Freeform: Shape 32">
            <a:extLst>
              <a:ext uri="{FF2B5EF4-FFF2-40B4-BE49-F238E27FC236}">
                <a16:creationId xmlns:a16="http://schemas.microsoft.com/office/drawing/2014/main" id="{6A6EF10E-DF41-4BD3-8EB4-6F646531DC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244272" cy="6858000"/>
          </a:xfrm>
          <a:custGeom>
            <a:avLst/>
            <a:gdLst>
              <a:gd name="connsiteX0" fmla="*/ 0 w 6244272"/>
              <a:gd name="connsiteY0" fmla="*/ 0 h 6858000"/>
              <a:gd name="connsiteX1" fmla="*/ 732568 w 6244272"/>
              <a:gd name="connsiteY1" fmla="*/ 0 h 6858000"/>
              <a:gd name="connsiteX2" fmla="*/ 947849 w 6244272"/>
              <a:gd name="connsiteY2" fmla="*/ 0 h 6858000"/>
              <a:gd name="connsiteX3" fmla="*/ 1823619 w 6244272"/>
              <a:gd name="connsiteY3" fmla="*/ 0 h 6858000"/>
              <a:gd name="connsiteX4" fmla="*/ 5235673 w 6244272"/>
              <a:gd name="connsiteY4" fmla="*/ 0 h 6858000"/>
              <a:gd name="connsiteX5" fmla="*/ 4933297 w 6244272"/>
              <a:gd name="connsiteY5" fmla="*/ 110269 h 6858000"/>
              <a:gd name="connsiteX6" fmla="*/ 4976910 w 6244272"/>
              <a:gd name="connsiteY6" fmla="*/ 135168 h 6858000"/>
              <a:gd name="connsiteX7" fmla="*/ 5238580 w 6244272"/>
              <a:gd name="connsiteY7" fmla="*/ 71141 h 6858000"/>
              <a:gd name="connsiteX8" fmla="*/ 5290914 w 6244272"/>
              <a:gd name="connsiteY8" fmla="*/ 88927 h 6858000"/>
              <a:gd name="connsiteX9" fmla="*/ 5264747 w 6244272"/>
              <a:gd name="connsiteY9" fmla="*/ 163625 h 6858000"/>
              <a:gd name="connsiteX10" fmla="*/ 5151357 w 6244272"/>
              <a:gd name="connsiteY10" fmla="*/ 192082 h 6858000"/>
              <a:gd name="connsiteX11" fmla="*/ 4974002 w 6244272"/>
              <a:gd name="connsiteY11" fmla="*/ 373491 h 6858000"/>
              <a:gd name="connsiteX12" fmla="*/ 5241488 w 6244272"/>
              <a:gd name="connsiteY12" fmla="*/ 352148 h 6858000"/>
              <a:gd name="connsiteX13" fmla="*/ 5288007 w 6244272"/>
              <a:gd name="connsiteY13" fmla="*/ 394834 h 6858000"/>
              <a:gd name="connsiteX14" fmla="*/ 5305452 w 6244272"/>
              <a:gd name="connsiteY14" fmla="*/ 451747 h 6858000"/>
              <a:gd name="connsiteX15" fmla="*/ 5383953 w 6244272"/>
              <a:gd name="connsiteY15" fmla="*/ 359262 h 6858000"/>
              <a:gd name="connsiteX16" fmla="*/ 5450825 w 6244272"/>
              <a:gd name="connsiteY16" fmla="*/ 334364 h 6858000"/>
              <a:gd name="connsiteX17" fmla="*/ 5471177 w 6244272"/>
              <a:gd name="connsiteY17" fmla="*/ 416176 h 6858000"/>
              <a:gd name="connsiteX18" fmla="*/ 5410121 w 6244272"/>
              <a:gd name="connsiteY18" fmla="*/ 505101 h 6858000"/>
              <a:gd name="connsiteX19" fmla="*/ 5247303 w 6244272"/>
              <a:gd name="connsiteY19" fmla="*/ 558458 h 6858000"/>
              <a:gd name="connsiteX20" fmla="*/ 5421750 w 6244272"/>
              <a:gd name="connsiteY20" fmla="*/ 558458 h 6858000"/>
              <a:gd name="connsiteX21" fmla="*/ 5622364 w 6244272"/>
              <a:gd name="connsiteY21" fmla="*/ 522887 h 6858000"/>
              <a:gd name="connsiteX22" fmla="*/ 5834608 w 6244272"/>
              <a:gd name="connsiteY22" fmla="*/ 533558 h 6858000"/>
              <a:gd name="connsiteX23" fmla="*/ 6035223 w 6244272"/>
              <a:gd name="connsiteY23" fmla="*/ 462417 h 6858000"/>
              <a:gd name="connsiteX24" fmla="*/ 6238745 w 6244272"/>
              <a:gd name="connsiteY24" fmla="*/ 465975 h 6858000"/>
              <a:gd name="connsiteX25" fmla="*/ 5337434 w 6244272"/>
              <a:gd name="connsiteY25" fmla="*/ 910606 h 6858000"/>
              <a:gd name="connsiteX26" fmla="*/ 5381046 w 6244272"/>
              <a:gd name="connsiteY26" fmla="*/ 921277 h 6858000"/>
              <a:gd name="connsiteX27" fmla="*/ 5439195 w 6244272"/>
              <a:gd name="connsiteY27" fmla="*/ 949734 h 6858000"/>
              <a:gd name="connsiteX28" fmla="*/ 5395583 w 6244272"/>
              <a:gd name="connsiteY28" fmla="*/ 1006647 h 6858000"/>
              <a:gd name="connsiteX29" fmla="*/ 5160079 w 6244272"/>
              <a:gd name="connsiteY29" fmla="*/ 1113358 h 6858000"/>
              <a:gd name="connsiteX30" fmla="*/ 5101930 w 6244272"/>
              <a:gd name="connsiteY30" fmla="*/ 1220069 h 6858000"/>
              <a:gd name="connsiteX31" fmla="*/ 5174617 w 6244272"/>
              <a:gd name="connsiteY31" fmla="*/ 1209399 h 6858000"/>
              <a:gd name="connsiteX32" fmla="*/ 5238580 w 6244272"/>
              <a:gd name="connsiteY32" fmla="*/ 1230741 h 6858000"/>
              <a:gd name="connsiteX33" fmla="*/ 5212414 w 6244272"/>
              <a:gd name="connsiteY33" fmla="*/ 1365909 h 6858000"/>
              <a:gd name="connsiteX34" fmla="*/ 4878056 w 6244272"/>
              <a:gd name="connsiteY34" fmla="*/ 1540204 h 6858000"/>
              <a:gd name="connsiteX35" fmla="*/ 4848982 w 6244272"/>
              <a:gd name="connsiteY35" fmla="*/ 1597117 h 6858000"/>
              <a:gd name="connsiteX36" fmla="*/ 4889686 w 6244272"/>
              <a:gd name="connsiteY36" fmla="*/ 1636245 h 6858000"/>
              <a:gd name="connsiteX37" fmla="*/ 4997261 w 6244272"/>
              <a:gd name="connsiteY37" fmla="*/ 1657587 h 6858000"/>
              <a:gd name="connsiteX38" fmla="*/ 4846074 w 6244272"/>
              <a:gd name="connsiteY38" fmla="*/ 1849668 h 6858000"/>
              <a:gd name="connsiteX39" fmla="*/ 4790832 w 6244272"/>
              <a:gd name="connsiteY39" fmla="*/ 1903025 h 6858000"/>
              <a:gd name="connsiteX40" fmla="*/ 4694886 w 6244272"/>
              <a:gd name="connsiteY40" fmla="*/ 1984836 h 6858000"/>
              <a:gd name="connsiteX41" fmla="*/ 4694886 w 6244272"/>
              <a:gd name="connsiteY41" fmla="*/ 2013292 h 6858000"/>
              <a:gd name="connsiteX42" fmla="*/ 4822814 w 6244272"/>
              <a:gd name="connsiteY42" fmla="*/ 2102219 h 6858000"/>
              <a:gd name="connsiteX43" fmla="*/ 5055411 w 6244272"/>
              <a:gd name="connsiteY43" fmla="*/ 2077320 h 6858000"/>
              <a:gd name="connsiteX44" fmla="*/ 4712331 w 6244272"/>
              <a:gd name="connsiteY44" fmla="*/ 2208931 h 6858000"/>
              <a:gd name="connsiteX45" fmla="*/ 5822979 w 6244272"/>
              <a:gd name="connsiteY45" fmla="*/ 1892353 h 6858000"/>
              <a:gd name="connsiteX46" fmla="*/ 5753200 w 6244272"/>
              <a:gd name="connsiteY46" fmla="*/ 1974165 h 6858000"/>
              <a:gd name="connsiteX47" fmla="*/ 5363601 w 6244272"/>
              <a:gd name="connsiteY47" fmla="*/ 2191146 h 6858000"/>
              <a:gd name="connsiteX48" fmla="*/ 5253118 w 6244272"/>
              <a:gd name="connsiteY48" fmla="*/ 2326314 h 6858000"/>
              <a:gd name="connsiteX49" fmla="*/ 5136819 w 6244272"/>
              <a:gd name="connsiteY49" fmla="*/ 2401012 h 6858000"/>
              <a:gd name="connsiteX50" fmla="*/ 4974002 w 6244272"/>
              <a:gd name="connsiteY50" fmla="*/ 2401012 h 6858000"/>
              <a:gd name="connsiteX51" fmla="*/ 4857704 w 6244272"/>
              <a:gd name="connsiteY51" fmla="*/ 2518395 h 6858000"/>
              <a:gd name="connsiteX52" fmla="*/ 4976910 w 6244272"/>
              <a:gd name="connsiteY52" fmla="*/ 2543294 h 6858000"/>
              <a:gd name="connsiteX53" fmla="*/ 5116467 w 6244272"/>
              <a:gd name="connsiteY53" fmla="*/ 2525509 h 6858000"/>
              <a:gd name="connsiteX54" fmla="*/ 5273470 w 6244272"/>
              <a:gd name="connsiteY54" fmla="*/ 2564636 h 6858000"/>
              <a:gd name="connsiteX55" fmla="*/ 5418843 w 6244272"/>
              <a:gd name="connsiteY55" fmla="*/ 2532623 h 6858000"/>
              <a:gd name="connsiteX56" fmla="*/ 5593290 w 6244272"/>
              <a:gd name="connsiteY56" fmla="*/ 2553965 h 6858000"/>
              <a:gd name="connsiteX57" fmla="*/ 5648532 w 6244272"/>
              <a:gd name="connsiteY57" fmla="*/ 2692689 h 6858000"/>
              <a:gd name="connsiteX58" fmla="*/ 5665976 w 6244272"/>
              <a:gd name="connsiteY58" fmla="*/ 2703362 h 6858000"/>
              <a:gd name="connsiteX59" fmla="*/ 5988704 w 6244272"/>
              <a:gd name="connsiteY59" fmla="*/ 2923898 h 6858000"/>
              <a:gd name="connsiteX60" fmla="*/ 6078835 w 6244272"/>
              <a:gd name="connsiteY60" fmla="*/ 2941684 h 6858000"/>
              <a:gd name="connsiteX61" fmla="*/ 5546771 w 6244272"/>
              <a:gd name="connsiteY61" fmla="*/ 3329402 h 6858000"/>
              <a:gd name="connsiteX62" fmla="*/ 5904388 w 6244272"/>
              <a:gd name="connsiteY62" fmla="*/ 3229805 h 6858000"/>
              <a:gd name="connsiteX63" fmla="*/ 5953814 w 6244272"/>
              <a:gd name="connsiteY63" fmla="*/ 3393429 h 6858000"/>
              <a:gd name="connsiteX64" fmla="*/ 5785182 w 6244272"/>
              <a:gd name="connsiteY64" fmla="*/ 3539269 h 6858000"/>
              <a:gd name="connsiteX65" fmla="*/ 5724125 w 6244272"/>
              <a:gd name="connsiteY65" fmla="*/ 3827390 h 6858000"/>
              <a:gd name="connsiteX66" fmla="*/ 5753200 w 6244272"/>
              <a:gd name="connsiteY66" fmla="*/ 4090612 h 6858000"/>
              <a:gd name="connsiteX67" fmla="*/ 5825886 w 6244272"/>
              <a:gd name="connsiteY67" fmla="*/ 4172424 h 6858000"/>
              <a:gd name="connsiteX68" fmla="*/ 5930554 w 6244272"/>
              <a:gd name="connsiteY68" fmla="*/ 4321821 h 6858000"/>
              <a:gd name="connsiteX69" fmla="*/ 5994519 w 6244272"/>
              <a:gd name="connsiteY69" fmla="*/ 4414305 h 6858000"/>
              <a:gd name="connsiteX70" fmla="*/ 6218393 w 6244272"/>
              <a:gd name="connsiteY70" fmla="*/ 4378734 h 6858000"/>
              <a:gd name="connsiteX71" fmla="*/ 5918925 w 6244272"/>
              <a:gd name="connsiteY71" fmla="*/ 4613499 h 6858000"/>
              <a:gd name="connsiteX72" fmla="*/ 6160243 w 6244272"/>
              <a:gd name="connsiteY72" fmla="*/ 4585042 h 6858000"/>
              <a:gd name="connsiteX73" fmla="*/ 6238745 w 6244272"/>
              <a:gd name="connsiteY73" fmla="*/ 4602828 h 6858000"/>
              <a:gd name="connsiteX74" fmla="*/ 6195133 w 6244272"/>
              <a:gd name="connsiteY74" fmla="*/ 4677526 h 6858000"/>
              <a:gd name="connsiteX75" fmla="*/ 6017778 w 6244272"/>
              <a:gd name="connsiteY75" fmla="*/ 4805580 h 6858000"/>
              <a:gd name="connsiteX76" fmla="*/ 5651439 w 6244272"/>
              <a:gd name="connsiteY76" fmla="*/ 5154171 h 6858000"/>
              <a:gd name="connsiteX77" fmla="*/ 6006149 w 6244272"/>
              <a:gd name="connsiteY77" fmla="*/ 4994104 h 6858000"/>
              <a:gd name="connsiteX78" fmla="*/ 5633994 w 6244272"/>
              <a:gd name="connsiteY78" fmla="*/ 5353367 h 6858000"/>
              <a:gd name="connsiteX79" fmla="*/ 5552586 w 6244272"/>
              <a:gd name="connsiteY79" fmla="*/ 5474306 h 6858000"/>
              <a:gd name="connsiteX80" fmla="*/ 5383953 w 6244272"/>
              <a:gd name="connsiteY80" fmla="*/ 5769542 h 6858000"/>
              <a:gd name="connsiteX81" fmla="*/ 5392675 w 6244272"/>
              <a:gd name="connsiteY81" fmla="*/ 5801555 h 6858000"/>
              <a:gd name="connsiteX82" fmla="*/ 5584568 w 6244272"/>
              <a:gd name="connsiteY82" fmla="*/ 5755314 h 6858000"/>
              <a:gd name="connsiteX83" fmla="*/ 5334526 w 6244272"/>
              <a:gd name="connsiteY83" fmla="*/ 6004307 h 6858000"/>
              <a:gd name="connsiteX84" fmla="*/ 5075763 w 6244272"/>
              <a:gd name="connsiteY84" fmla="*/ 6196388 h 6858000"/>
              <a:gd name="connsiteX85" fmla="*/ 5258933 w 6244272"/>
              <a:gd name="connsiteY85" fmla="*/ 6167932 h 6858000"/>
              <a:gd name="connsiteX86" fmla="*/ 5511881 w 6244272"/>
              <a:gd name="connsiteY86" fmla="*/ 6057663 h 6858000"/>
              <a:gd name="connsiteX87" fmla="*/ 5599105 w 6244272"/>
              <a:gd name="connsiteY87" fmla="*/ 6100347 h 6858000"/>
              <a:gd name="connsiteX88" fmla="*/ 5360693 w 6244272"/>
              <a:gd name="connsiteY88" fmla="*/ 6281757 h 6858000"/>
              <a:gd name="connsiteX89" fmla="*/ 5224043 w 6244272"/>
              <a:gd name="connsiteY89" fmla="*/ 6367127 h 6858000"/>
              <a:gd name="connsiteX90" fmla="*/ 5168801 w 6244272"/>
              <a:gd name="connsiteY90" fmla="*/ 6431153 h 6858000"/>
              <a:gd name="connsiteX91" fmla="*/ 5011799 w 6244272"/>
              <a:gd name="connsiteY91" fmla="*/ 6658805 h 6858000"/>
              <a:gd name="connsiteX92" fmla="*/ 4651275 w 6244272"/>
              <a:gd name="connsiteY92" fmla="*/ 6858000 h 6858000"/>
              <a:gd name="connsiteX93" fmla="*/ 1823619 w 6244272"/>
              <a:gd name="connsiteY93" fmla="*/ 6858000 h 6858000"/>
              <a:gd name="connsiteX94" fmla="*/ 947849 w 6244272"/>
              <a:gd name="connsiteY94" fmla="*/ 6858000 h 6858000"/>
              <a:gd name="connsiteX95" fmla="*/ 732568 w 6244272"/>
              <a:gd name="connsiteY95" fmla="*/ 6858000 h 6858000"/>
              <a:gd name="connsiteX96" fmla="*/ 0 w 6244272"/>
              <a:gd name="connsiteY9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</a:cxnLst>
            <a:rect l="l" t="t" r="r" b="b"/>
            <a:pathLst>
              <a:path w="6244272" h="6858000">
                <a:moveTo>
                  <a:pt x="0" y="0"/>
                </a:moveTo>
                <a:lnTo>
                  <a:pt x="732568" y="0"/>
                </a:lnTo>
                <a:lnTo>
                  <a:pt x="947849" y="0"/>
                </a:lnTo>
                <a:lnTo>
                  <a:pt x="1823619" y="0"/>
                </a:lnTo>
                <a:lnTo>
                  <a:pt x="5235673" y="0"/>
                </a:lnTo>
                <a:cubicBezTo>
                  <a:pt x="5133912" y="35571"/>
                  <a:pt x="5035058" y="78255"/>
                  <a:pt x="4933297" y="110269"/>
                </a:cubicBezTo>
                <a:cubicBezTo>
                  <a:pt x="4947835" y="145839"/>
                  <a:pt x="4962372" y="138725"/>
                  <a:pt x="4976910" y="135168"/>
                </a:cubicBezTo>
                <a:cubicBezTo>
                  <a:pt x="5064133" y="120941"/>
                  <a:pt x="5154264" y="110269"/>
                  <a:pt x="5238580" y="71141"/>
                </a:cubicBezTo>
                <a:cubicBezTo>
                  <a:pt x="5258933" y="64027"/>
                  <a:pt x="5282192" y="64027"/>
                  <a:pt x="5290914" y="88927"/>
                </a:cubicBezTo>
                <a:cubicBezTo>
                  <a:pt x="5305452" y="124497"/>
                  <a:pt x="5285100" y="145839"/>
                  <a:pt x="5264747" y="163625"/>
                </a:cubicBezTo>
                <a:cubicBezTo>
                  <a:pt x="5229858" y="195638"/>
                  <a:pt x="5189154" y="188525"/>
                  <a:pt x="5151357" y="192082"/>
                </a:cubicBezTo>
                <a:cubicBezTo>
                  <a:pt x="5046689" y="209867"/>
                  <a:pt x="4997261" y="259665"/>
                  <a:pt x="4974002" y="373491"/>
                </a:cubicBezTo>
                <a:cubicBezTo>
                  <a:pt x="5064133" y="327250"/>
                  <a:pt x="5154264" y="384162"/>
                  <a:pt x="5241488" y="352148"/>
                </a:cubicBezTo>
                <a:cubicBezTo>
                  <a:pt x="5264747" y="345034"/>
                  <a:pt x="5299637" y="355706"/>
                  <a:pt x="5288007" y="394834"/>
                </a:cubicBezTo>
                <a:cubicBezTo>
                  <a:pt x="5276378" y="430405"/>
                  <a:pt x="5238580" y="458860"/>
                  <a:pt x="5305452" y="451747"/>
                </a:cubicBezTo>
                <a:cubicBezTo>
                  <a:pt x="5354879" y="448189"/>
                  <a:pt x="5369416" y="405504"/>
                  <a:pt x="5383953" y="359262"/>
                </a:cubicBezTo>
                <a:cubicBezTo>
                  <a:pt x="5395583" y="334364"/>
                  <a:pt x="5427565" y="320135"/>
                  <a:pt x="5450825" y="334364"/>
                </a:cubicBezTo>
                <a:cubicBezTo>
                  <a:pt x="5479899" y="348592"/>
                  <a:pt x="5471177" y="387720"/>
                  <a:pt x="5471177" y="416176"/>
                </a:cubicBezTo>
                <a:cubicBezTo>
                  <a:pt x="5474085" y="469532"/>
                  <a:pt x="5450825" y="494431"/>
                  <a:pt x="5410121" y="505101"/>
                </a:cubicBezTo>
                <a:cubicBezTo>
                  <a:pt x="5360693" y="519330"/>
                  <a:pt x="5311267" y="537116"/>
                  <a:pt x="5247303" y="558458"/>
                </a:cubicBezTo>
                <a:cubicBezTo>
                  <a:pt x="5317082" y="594028"/>
                  <a:pt x="5369416" y="586915"/>
                  <a:pt x="5421750" y="558458"/>
                </a:cubicBezTo>
                <a:cubicBezTo>
                  <a:pt x="5485714" y="526444"/>
                  <a:pt x="5570030" y="483759"/>
                  <a:pt x="5622364" y="522887"/>
                </a:cubicBezTo>
                <a:cubicBezTo>
                  <a:pt x="5700865" y="579800"/>
                  <a:pt x="5764829" y="544229"/>
                  <a:pt x="5834608" y="533558"/>
                </a:cubicBezTo>
                <a:cubicBezTo>
                  <a:pt x="5979982" y="512216"/>
                  <a:pt x="5889850" y="480203"/>
                  <a:pt x="6035223" y="462417"/>
                </a:cubicBezTo>
                <a:cubicBezTo>
                  <a:pt x="6093372" y="455303"/>
                  <a:pt x="6154429" y="426847"/>
                  <a:pt x="6238745" y="465975"/>
                </a:cubicBezTo>
                <a:cubicBezTo>
                  <a:pt x="5857868" y="672284"/>
                  <a:pt x="5677606" y="658055"/>
                  <a:pt x="5337434" y="910606"/>
                </a:cubicBezTo>
                <a:cubicBezTo>
                  <a:pt x="5351971" y="935506"/>
                  <a:pt x="5366508" y="924835"/>
                  <a:pt x="5381046" y="921277"/>
                </a:cubicBezTo>
                <a:cubicBezTo>
                  <a:pt x="5404305" y="917720"/>
                  <a:pt x="5433380" y="903491"/>
                  <a:pt x="5439195" y="949734"/>
                </a:cubicBezTo>
                <a:cubicBezTo>
                  <a:pt x="5442103" y="985305"/>
                  <a:pt x="5424657" y="1003089"/>
                  <a:pt x="5395583" y="1006647"/>
                </a:cubicBezTo>
                <a:cubicBezTo>
                  <a:pt x="5311267" y="1020875"/>
                  <a:pt x="5235673" y="1070674"/>
                  <a:pt x="5160079" y="1113358"/>
                </a:cubicBezTo>
                <a:cubicBezTo>
                  <a:pt x="5125190" y="1131144"/>
                  <a:pt x="5087393" y="1156043"/>
                  <a:pt x="5101930" y="1220069"/>
                </a:cubicBezTo>
                <a:cubicBezTo>
                  <a:pt x="5131004" y="1237855"/>
                  <a:pt x="5151357" y="1212955"/>
                  <a:pt x="5174617" y="1209399"/>
                </a:cubicBezTo>
                <a:cubicBezTo>
                  <a:pt x="5197876" y="1205842"/>
                  <a:pt x="5253118" y="1220069"/>
                  <a:pt x="5238580" y="1230741"/>
                </a:cubicBezTo>
                <a:cubicBezTo>
                  <a:pt x="5171709" y="1269868"/>
                  <a:pt x="5293822" y="1365909"/>
                  <a:pt x="5212414" y="1365909"/>
                </a:cubicBezTo>
                <a:cubicBezTo>
                  <a:pt x="5078671" y="1365909"/>
                  <a:pt x="5005984" y="1536647"/>
                  <a:pt x="4878056" y="1540204"/>
                </a:cubicBezTo>
                <a:cubicBezTo>
                  <a:pt x="4857704" y="1540204"/>
                  <a:pt x="4848982" y="1572219"/>
                  <a:pt x="4848982" y="1597117"/>
                </a:cubicBezTo>
                <a:cubicBezTo>
                  <a:pt x="4848982" y="1629132"/>
                  <a:pt x="4869333" y="1632688"/>
                  <a:pt x="4889686" y="1636245"/>
                </a:cubicBezTo>
                <a:cubicBezTo>
                  <a:pt x="4921668" y="1639802"/>
                  <a:pt x="4956557" y="1597117"/>
                  <a:pt x="4997261" y="1657587"/>
                </a:cubicBezTo>
                <a:cubicBezTo>
                  <a:pt x="4921668" y="1693158"/>
                  <a:pt x="4843167" y="1728729"/>
                  <a:pt x="4846074" y="1849668"/>
                </a:cubicBezTo>
                <a:cubicBezTo>
                  <a:pt x="4846074" y="1881683"/>
                  <a:pt x="4814092" y="1895910"/>
                  <a:pt x="4790832" y="1903025"/>
                </a:cubicBezTo>
                <a:cubicBezTo>
                  <a:pt x="4750128" y="1917252"/>
                  <a:pt x="4718146" y="1938595"/>
                  <a:pt x="4694886" y="1984836"/>
                </a:cubicBezTo>
                <a:cubicBezTo>
                  <a:pt x="4694886" y="1995507"/>
                  <a:pt x="4694886" y="2002622"/>
                  <a:pt x="4694886" y="2013292"/>
                </a:cubicBezTo>
                <a:cubicBezTo>
                  <a:pt x="4700701" y="2123562"/>
                  <a:pt x="4758850" y="2120004"/>
                  <a:pt x="4822814" y="2102219"/>
                </a:cubicBezTo>
                <a:cubicBezTo>
                  <a:pt x="4898408" y="2080877"/>
                  <a:pt x="4974002" y="2038192"/>
                  <a:pt x="5055411" y="2077320"/>
                </a:cubicBezTo>
                <a:cubicBezTo>
                  <a:pt x="4942020" y="2130676"/>
                  <a:pt x="4817000" y="2134233"/>
                  <a:pt x="4712331" y="2208931"/>
                </a:cubicBezTo>
                <a:cubicBezTo>
                  <a:pt x="5101930" y="2223159"/>
                  <a:pt x="5445010" y="1984836"/>
                  <a:pt x="5822979" y="1892353"/>
                </a:cubicBezTo>
                <a:cubicBezTo>
                  <a:pt x="5811349" y="1952823"/>
                  <a:pt x="5779367" y="1967051"/>
                  <a:pt x="5753200" y="1974165"/>
                </a:cubicBezTo>
                <a:cubicBezTo>
                  <a:pt x="5613642" y="2020407"/>
                  <a:pt x="5491529" y="2112891"/>
                  <a:pt x="5363601" y="2191146"/>
                </a:cubicBezTo>
                <a:cubicBezTo>
                  <a:pt x="5311267" y="2223159"/>
                  <a:pt x="5273470" y="2258731"/>
                  <a:pt x="5253118" y="2326314"/>
                </a:cubicBezTo>
                <a:cubicBezTo>
                  <a:pt x="5235673" y="2390340"/>
                  <a:pt x="5200783" y="2418796"/>
                  <a:pt x="5136819" y="2401012"/>
                </a:cubicBezTo>
                <a:cubicBezTo>
                  <a:pt x="5084485" y="2386784"/>
                  <a:pt x="5029243" y="2393898"/>
                  <a:pt x="4974002" y="2401012"/>
                </a:cubicBezTo>
                <a:cubicBezTo>
                  <a:pt x="4912946" y="2408126"/>
                  <a:pt x="4843167" y="2479267"/>
                  <a:pt x="4857704" y="2518395"/>
                </a:cubicBezTo>
                <a:cubicBezTo>
                  <a:pt x="4886778" y="2582422"/>
                  <a:pt x="4936205" y="2550408"/>
                  <a:pt x="4976910" y="2543294"/>
                </a:cubicBezTo>
                <a:cubicBezTo>
                  <a:pt x="5026336" y="2536181"/>
                  <a:pt x="5116467" y="2518395"/>
                  <a:pt x="5116467" y="2525509"/>
                </a:cubicBezTo>
                <a:cubicBezTo>
                  <a:pt x="5148450" y="2685576"/>
                  <a:pt x="5221136" y="2564636"/>
                  <a:pt x="5273470" y="2564636"/>
                </a:cubicBezTo>
                <a:cubicBezTo>
                  <a:pt x="5322897" y="2564636"/>
                  <a:pt x="5372323" y="2546851"/>
                  <a:pt x="5418843" y="2532623"/>
                </a:cubicBezTo>
                <a:cubicBezTo>
                  <a:pt x="5479899" y="2514837"/>
                  <a:pt x="5535140" y="2546851"/>
                  <a:pt x="5593290" y="2553965"/>
                </a:cubicBezTo>
                <a:cubicBezTo>
                  <a:pt x="5645624" y="2561080"/>
                  <a:pt x="5616550" y="2653563"/>
                  <a:pt x="5648532" y="2692689"/>
                </a:cubicBezTo>
                <a:cubicBezTo>
                  <a:pt x="5654346" y="2703362"/>
                  <a:pt x="5660161" y="2703362"/>
                  <a:pt x="5665976" y="2703362"/>
                </a:cubicBezTo>
                <a:cubicBezTo>
                  <a:pt x="5683421" y="2980812"/>
                  <a:pt x="5988704" y="2913227"/>
                  <a:pt x="5988704" y="2923898"/>
                </a:cubicBezTo>
                <a:cubicBezTo>
                  <a:pt x="6014871" y="2941684"/>
                  <a:pt x="6046853" y="2899000"/>
                  <a:pt x="6078835" y="2941684"/>
                </a:cubicBezTo>
                <a:cubicBezTo>
                  <a:pt x="5942185" y="3137322"/>
                  <a:pt x="5732847" y="3183563"/>
                  <a:pt x="5546771" y="3329402"/>
                </a:cubicBezTo>
                <a:cubicBezTo>
                  <a:pt x="5700865" y="3379202"/>
                  <a:pt x="5790997" y="3208463"/>
                  <a:pt x="5904388" y="3229805"/>
                </a:cubicBezTo>
                <a:cubicBezTo>
                  <a:pt x="5959629" y="3283162"/>
                  <a:pt x="5793904" y="3368530"/>
                  <a:pt x="5953814" y="3393429"/>
                </a:cubicBezTo>
                <a:cubicBezTo>
                  <a:pt x="5884036" y="3439672"/>
                  <a:pt x="5834608" y="3485914"/>
                  <a:pt x="5785182" y="3539269"/>
                </a:cubicBezTo>
                <a:cubicBezTo>
                  <a:pt x="5700865" y="3635309"/>
                  <a:pt x="5683421" y="3699337"/>
                  <a:pt x="5724125" y="3827390"/>
                </a:cubicBezTo>
                <a:cubicBezTo>
                  <a:pt x="5750293" y="3912759"/>
                  <a:pt x="5788089" y="3991015"/>
                  <a:pt x="5753200" y="4090612"/>
                </a:cubicBezTo>
                <a:cubicBezTo>
                  <a:pt x="5729940" y="4158196"/>
                  <a:pt x="5738663" y="4204438"/>
                  <a:pt x="5825886" y="4172424"/>
                </a:cubicBezTo>
                <a:cubicBezTo>
                  <a:pt x="5918925" y="4140411"/>
                  <a:pt x="5953814" y="4200882"/>
                  <a:pt x="5930554" y="4321821"/>
                </a:cubicBezTo>
                <a:cubicBezTo>
                  <a:pt x="5916018" y="4400076"/>
                  <a:pt x="5930554" y="4424975"/>
                  <a:pt x="5994519" y="4414305"/>
                </a:cubicBezTo>
                <a:cubicBezTo>
                  <a:pt x="6064297" y="4403633"/>
                  <a:pt x="6131169" y="4353835"/>
                  <a:pt x="6218393" y="4378734"/>
                </a:cubicBezTo>
                <a:cubicBezTo>
                  <a:pt x="6148614" y="4521016"/>
                  <a:pt x="6000333" y="4478331"/>
                  <a:pt x="5918925" y="4613499"/>
                </a:cubicBezTo>
                <a:cubicBezTo>
                  <a:pt x="6014871" y="4613499"/>
                  <a:pt x="6090465" y="4613499"/>
                  <a:pt x="6160243" y="4585042"/>
                </a:cubicBezTo>
                <a:cubicBezTo>
                  <a:pt x="6189318" y="4574373"/>
                  <a:pt x="6221300" y="4560144"/>
                  <a:pt x="6238745" y="4602828"/>
                </a:cubicBezTo>
                <a:cubicBezTo>
                  <a:pt x="6259098" y="4652628"/>
                  <a:pt x="6218393" y="4670412"/>
                  <a:pt x="6195133" y="4677526"/>
                </a:cubicBezTo>
                <a:cubicBezTo>
                  <a:pt x="6128261" y="4702425"/>
                  <a:pt x="6075928" y="4759339"/>
                  <a:pt x="6017778" y="4805580"/>
                </a:cubicBezTo>
                <a:cubicBezTo>
                  <a:pt x="5892758" y="4905177"/>
                  <a:pt x="5756107" y="4990547"/>
                  <a:pt x="5651439" y="5154171"/>
                </a:cubicBezTo>
                <a:cubicBezTo>
                  <a:pt x="5782275" y="5111487"/>
                  <a:pt x="5881128" y="5011889"/>
                  <a:pt x="6006149" y="4994104"/>
                </a:cubicBezTo>
                <a:cubicBezTo>
                  <a:pt x="5898572" y="5143500"/>
                  <a:pt x="5761922" y="5243097"/>
                  <a:pt x="5633994" y="5353367"/>
                </a:cubicBezTo>
                <a:cubicBezTo>
                  <a:pt x="5596197" y="5385379"/>
                  <a:pt x="5558400" y="5406721"/>
                  <a:pt x="5552586" y="5474306"/>
                </a:cubicBezTo>
                <a:cubicBezTo>
                  <a:pt x="5535140" y="5605917"/>
                  <a:pt x="5488622" y="5712629"/>
                  <a:pt x="5383953" y="5769542"/>
                </a:cubicBezTo>
                <a:cubicBezTo>
                  <a:pt x="5383953" y="5769542"/>
                  <a:pt x="5389768" y="5790884"/>
                  <a:pt x="5392675" y="5801555"/>
                </a:cubicBezTo>
                <a:cubicBezTo>
                  <a:pt x="5456640" y="5805112"/>
                  <a:pt x="5506066" y="5726858"/>
                  <a:pt x="5584568" y="5755314"/>
                </a:cubicBezTo>
                <a:cubicBezTo>
                  <a:pt x="5506066" y="5862025"/>
                  <a:pt x="5442103" y="5954508"/>
                  <a:pt x="5334526" y="6004307"/>
                </a:cubicBezTo>
                <a:cubicBezTo>
                  <a:pt x="5247303" y="6043434"/>
                  <a:pt x="5139727" y="6068335"/>
                  <a:pt x="5075763" y="6196388"/>
                </a:cubicBezTo>
                <a:cubicBezTo>
                  <a:pt x="5148450" y="6221287"/>
                  <a:pt x="5203691" y="6189274"/>
                  <a:pt x="5258933" y="6167932"/>
                </a:cubicBezTo>
                <a:cubicBezTo>
                  <a:pt x="5343249" y="6132361"/>
                  <a:pt x="5427565" y="6093234"/>
                  <a:pt x="5511881" y="6057663"/>
                </a:cubicBezTo>
                <a:cubicBezTo>
                  <a:pt x="5543864" y="6043434"/>
                  <a:pt x="5578753" y="6036320"/>
                  <a:pt x="5599105" y="6100347"/>
                </a:cubicBezTo>
                <a:cubicBezTo>
                  <a:pt x="5491529" y="6114575"/>
                  <a:pt x="5427565" y="6199945"/>
                  <a:pt x="5360693" y="6281757"/>
                </a:cubicBezTo>
                <a:cubicBezTo>
                  <a:pt x="5322897" y="6327999"/>
                  <a:pt x="5290914" y="6388469"/>
                  <a:pt x="5224043" y="6367127"/>
                </a:cubicBezTo>
                <a:cubicBezTo>
                  <a:pt x="5189154" y="6356456"/>
                  <a:pt x="5165894" y="6388469"/>
                  <a:pt x="5168801" y="6431153"/>
                </a:cubicBezTo>
                <a:cubicBezTo>
                  <a:pt x="5183339" y="6580550"/>
                  <a:pt x="5099022" y="6630349"/>
                  <a:pt x="5011799" y="6658805"/>
                </a:cubicBezTo>
                <a:cubicBezTo>
                  <a:pt x="4883871" y="6701489"/>
                  <a:pt x="4770480" y="6786859"/>
                  <a:pt x="4651275" y="6858000"/>
                </a:cubicBezTo>
                <a:lnTo>
                  <a:pt x="1823619" y="6858000"/>
                </a:lnTo>
                <a:lnTo>
                  <a:pt x="947849" y="6858000"/>
                </a:lnTo>
                <a:lnTo>
                  <a:pt x="732568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43468" y="609600"/>
            <a:ext cx="3992700" cy="3877197"/>
          </a:xfrm>
        </p:spPr>
        <p:txBody>
          <a:bodyPr>
            <a:normAutofit/>
          </a:bodyPr>
          <a:lstStyle/>
          <a:p>
            <a:pPr algn="l"/>
            <a:r>
              <a:rPr lang="ru-RU" sz="3100" dirty="0">
                <a:solidFill>
                  <a:srgbClr val="FF0000"/>
                </a:solidFill>
                <a:latin typeface="Arial Black"/>
              </a:rPr>
              <a:t>Тема:</a:t>
            </a:r>
            <a:r>
              <a:rPr lang="ru-RU" sz="3100" dirty="0">
                <a:latin typeface="Arial Black"/>
              </a:rPr>
              <a:t> Проектирование баз данных службы доставки </a:t>
            </a:r>
            <a:endParaRPr lang="ru-RU" sz="31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643467" y="4638783"/>
            <a:ext cx="4007449" cy="1343972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ru-RU" sz="2200" dirty="0">
                <a:solidFill>
                  <a:srgbClr val="FF0000"/>
                </a:solidFill>
                <a:latin typeface="Arial Black"/>
              </a:rPr>
              <a:t>Выполнил:</a:t>
            </a:r>
            <a:r>
              <a:rPr lang="ru-RU" sz="2200" dirty="0">
                <a:latin typeface="Arial Black"/>
              </a:rPr>
              <a:t> </a:t>
            </a:r>
            <a:r>
              <a:rPr lang="ru-RU" sz="2200" dirty="0" err="1">
                <a:latin typeface="Arial Black"/>
              </a:rPr>
              <a:t>А.Б.Пурбуев</a:t>
            </a:r>
            <a:endParaRPr lang="ru-RU" sz="2200" dirty="0">
              <a:latin typeface="Arial Black"/>
            </a:endParaRPr>
          </a:p>
          <a:p>
            <a:pPr algn="l"/>
            <a:r>
              <a:rPr lang="ru-RU" sz="2200" dirty="0">
                <a:solidFill>
                  <a:srgbClr val="FF0000"/>
                </a:solidFill>
                <a:latin typeface="Arial Black"/>
              </a:rPr>
              <a:t>Преподаватель:</a:t>
            </a:r>
            <a:r>
              <a:rPr lang="ru-RU" sz="2200" dirty="0">
                <a:latin typeface="Arial Black"/>
              </a:rPr>
              <a:t> </a:t>
            </a:r>
            <a:r>
              <a:rPr lang="ru-RU" sz="2200" dirty="0" err="1">
                <a:latin typeface="Arial Black"/>
              </a:rPr>
              <a:t>А.А.Антонюк</a:t>
            </a:r>
            <a:endParaRPr lang="ru-RU" sz="2200" dirty="0">
              <a:latin typeface="Arial Black"/>
            </a:endParaRPr>
          </a:p>
          <a:p>
            <a:pPr algn="l"/>
            <a:endParaRPr lang="ru-RU" sz="2200" dirty="0"/>
          </a:p>
        </p:txBody>
      </p:sp>
    </p:spTree>
    <p:extLst>
      <p:ext uri="{BB962C8B-B14F-4D97-AF65-F5344CB8AC3E}">
        <p14:creationId xmlns:p14="http://schemas.microsoft.com/office/powerpoint/2010/main" val="1351651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1135A26D-9D47-467E-91F1-31149BF0D2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1D7929-81E6-3728-B8F9-8223AF0A3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5393360" cy="1325563"/>
          </a:xfrm>
        </p:spPr>
        <p:txBody>
          <a:bodyPr>
            <a:normAutofit/>
          </a:bodyPr>
          <a:lstStyle/>
          <a:p>
            <a:r>
              <a:rPr lang="ru-RU" dirty="0">
                <a:latin typeface="Arial Black"/>
              </a:rPr>
              <a:t>Введение</a:t>
            </a:r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CB147A70-DC29-4DDF-A34C-2B82C6E229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19333" y="0"/>
            <a:ext cx="842502" cy="354793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3FD5043-BB20-030C-D266-F09723ABC6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93361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ru-RU" sz="2600" dirty="0">
                <a:solidFill>
                  <a:srgbClr val="C00000"/>
                </a:solidFill>
                <a:latin typeface="Arial Black"/>
                <a:ea typeface="+mn-lt"/>
                <a:cs typeface="+mn-lt"/>
              </a:rPr>
              <a:t>Цель проекта —</a:t>
            </a:r>
            <a:r>
              <a:rPr lang="ru-RU" sz="2600" dirty="0">
                <a:latin typeface="Arial Black"/>
                <a:ea typeface="+mn-lt"/>
                <a:cs typeface="+mn-lt"/>
              </a:rPr>
              <a:t> разработка базы данных, котор</a:t>
            </a:r>
            <a:r>
              <a:rPr lang="ru-RU" sz="26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Black"/>
                <a:ea typeface="+mn-lt"/>
                <a:cs typeface="+mn-lt"/>
              </a:rPr>
              <a:t>а</a:t>
            </a:r>
            <a:r>
              <a:rPr lang="ru-RU" sz="2600" dirty="0">
                <a:solidFill>
                  <a:schemeClr val="bg1">
                    <a:lumMod val="49000"/>
                  </a:schemeClr>
                </a:solidFill>
                <a:latin typeface="Arial Black"/>
                <a:ea typeface="+mn-lt"/>
                <a:cs typeface="+mn-lt"/>
              </a:rPr>
              <a:t>я автоматизирует процесс оформления и доставки заказов.</a:t>
            </a:r>
            <a:endParaRPr lang="ru-RU" sz="2600">
              <a:solidFill>
                <a:schemeClr val="bg1">
                  <a:lumMod val="49000"/>
                </a:schemeClr>
              </a:solidFill>
              <a:latin typeface="Arial Black"/>
            </a:endParaRPr>
          </a:p>
          <a:p>
            <a:pPr marL="0" indent="0">
              <a:buNone/>
            </a:pPr>
            <a:r>
              <a:rPr lang="ru-RU" sz="2600" dirty="0">
                <a:solidFill>
                  <a:srgbClr val="C00000"/>
                </a:solidFill>
                <a:latin typeface="Arial Black"/>
                <a:ea typeface="+mn-lt"/>
                <a:cs typeface="+mn-lt"/>
              </a:rPr>
              <a:t>База данных</a:t>
            </a:r>
            <a:r>
              <a:rPr lang="ru-RU" sz="2600" dirty="0">
                <a:latin typeface="Arial Black"/>
                <a:ea typeface="+mn-lt"/>
                <a:cs typeface="+mn-lt"/>
              </a:rPr>
              <a:t> позволяет хранить сведения о клиентах, курьерах, </a:t>
            </a:r>
            <a:r>
              <a:rPr lang="ru-RU" sz="2600" dirty="0">
                <a:solidFill>
                  <a:schemeClr val="tx1">
                    <a:lumMod val="49000"/>
                    <a:lumOff val="51000"/>
                  </a:schemeClr>
                </a:solidFill>
                <a:latin typeface="Arial Black"/>
                <a:ea typeface="+mn-lt"/>
                <a:cs typeface="+mn-lt"/>
              </a:rPr>
              <a:t>заказах и товарах, ускоряя работу службы и уменьшая вероятность ошибок.</a:t>
            </a:r>
            <a:endParaRPr lang="ru-RU" sz="2600">
              <a:solidFill>
                <a:schemeClr val="tx1">
                  <a:lumMod val="49000"/>
                  <a:lumOff val="51000"/>
                </a:schemeClr>
              </a:solidFill>
              <a:latin typeface="Arial Black"/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3B438362-1E1E-4C62-A99E-4134CB163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80791" y="1327365"/>
            <a:ext cx="610857" cy="61085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6C077334-5571-4B83-A83E-4CCCFA7B5E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19536" y="0"/>
            <a:ext cx="2093996" cy="1402773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7" name="Рисунок 6" descr="Изображение выглядит как начало, выпуск, Академическая одежда, квадратная академическая шапоч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093C7BC-6ABC-64B6-966A-8133A4A536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6774" y="2392776"/>
            <a:ext cx="2482754" cy="2533423"/>
          </a:xfrm>
          <a:custGeom>
            <a:avLst/>
            <a:gdLst/>
            <a:ahLst/>
            <a:cxnLst/>
            <a:rect l="l" t="t" r="r" b="b"/>
            <a:pathLst>
              <a:path w="1999274" h="2247255">
                <a:moveTo>
                  <a:pt x="108501" y="0"/>
                </a:moveTo>
                <a:lnTo>
                  <a:pt x="1890773" y="0"/>
                </a:lnTo>
                <a:cubicBezTo>
                  <a:pt x="1950696" y="0"/>
                  <a:pt x="1999274" y="48578"/>
                  <a:pt x="1999274" y="108501"/>
                </a:cubicBezTo>
                <a:lnTo>
                  <a:pt x="1999274" y="2138754"/>
                </a:lnTo>
                <a:cubicBezTo>
                  <a:pt x="1999274" y="2198677"/>
                  <a:pt x="1950696" y="2247255"/>
                  <a:pt x="1890773" y="2247255"/>
                </a:cubicBezTo>
                <a:lnTo>
                  <a:pt x="108501" y="2247255"/>
                </a:lnTo>
                <a:cubicBezTo>
                  <a:pt x="48578" y="2247255"/>
                  <a:pt x="0" y="2198677"/>
                  <a:pt x="0" y="2138754"/>
                </a:cubicBezTo>
                <a:lnTo>
                  <a:pt x="0" y="108501"/>
                </a:lnTo>
                <a:cubicBezTo>
                  <a:pt x="0" y="48578"/>
                  <a:pt x="48578" y="0"/>
                  <a:pt x="108501" y="0"/>
                </a:cubicBezTo>
                <a:close/>
              </a:path>
            </a:pathLst>
          </a:custGeom>
        </p:spPr>
      </p:pic>
      <p:pic>
        <p:nvPicPr>
          <p:cNvPr id="4" name="Рисунок 3" descr="Изображение выглядит как Человеческое лицо, одежда, графическая вставка, иллюстрац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BC75341-1557-4DE3-C9F7-484AEBEF07D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856" r="4508"/>
          <a:stretch>
            <a:fillRect/>
          </a:stretch>
        </p:blipFill>
        <p:spPr>
          <a:xfrm>
            <a:off x="9508504" y="558913"/>
            <a:ext cx="2446572" cy="2533423"/>
          </a:xfrm>
          <a:custGeom>
            <a:avLst/>
            <a:gdLst/>
            <a:ahLst/>
            <a:cxnLst/>
            <a:rect l="l" t="t" r="r" b="b"/>
            <a:pathLst>
              <a:path w="1999274" h="2247255">
                <a:moveTo>
                  <a:pt x="108501" y="0"/>
                </a:moveTo>
                <a:lnTo>
                  <a:pt x="1890773" y="0"/>
                </a:lnTo>
                <a:cubicBezTo>
                  <a:pt x="1950696" y="0"/>
                  <a:pt x="1999274" y="48578"/>
                  <a:pt x="1999274" y="108501"/>
                </a:cubicBezTo>
                <a:lnTo>
                  <a:pt x="1999274" y="2138754"/>
                </a:lnTo>
                <a:cubicBezTo>
                  <a:pt x="1999274" y="2198677"/>
                  <a:pt x="1950696" y="2247255"/>
                  <a:pt x="1890773" y="2247255"/>
                </a:cubicBezTo>
                <a:lnTo>
                  <a:pt x="108501" y="2247255"/>
                </a:lnTo>
                <a:cubicBezTo>
                  <a:pt x="48578" y="2247255"/>
                  <a:pt x="0" y="2198677"/>
                  <a:pt x="0" y="2138754"/>
                </a:cubicBezTo>
                <a:lnTo>
                  <a:pt x="0" y="108501"/>
                </a:lnTo>
                <a:cubicBezTo>
                  <a:pt x="0" y="48578"/>
                  <a:pt x="48578" y="0"/>
                  <a:pt x="108501" y="0"/>
                </a:cubicBezTo>
                <a:close/>
              </a:path>
            </a:pathLst>
          </a:custGeom>
        </p:spPr>
      </p:pic>
      <p:pic>
        <p:nvPicPr>
          <p:cNvPr id="6" name="Рисунок 5" descr="Изображение выглядит как диаграмма, графическая вставка, иллюстрация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7002AC9-BB47-E766-87EE-4315658A37B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120" r="3" b="3"/>
          <a:stretch>
            <a:fillRect/>
          </a:stretch>
        </p:blipFill>
        <p:spPr>
          <a:xfrm>
            <a:off x="9508503" y="4117857"/>
            <a:ext cx="2533423" cy="1621592"/>
          </a:xfrm>
          <a:custGeom>
            <a:avLst/>
            <a:gdLst/>
            <a:ahLst/>
            <a:cxnLst/>
            <a:rect l="l" t="t" r="r" b="b"/>
            <a:pathLst>
              <a:path w="3064284" h="3064284">
                <a:moveTo>
                  <a:pt x="166483" y="0"/>
                </a:moveTo>
                <a:lnTo>
                  <a:pt x="2897801" y="0"/>
                </a:lnTo>
                <a:cubicBezTo>
                  <a:pt x="2989747" y="0"/>
                  <a:pt x="3064284" y="74537"/>
                  <a:pt x="3064284" y="166483"/>
                </a:cubicBezTo>
                <a:lnTo>
                  <a:pt x="3064284" y="2897801"/>
                </a:lnTo>
                <a:cubicBezTo>
                  <a:pt x="3064284" y="2989747"/>
                  <a:pt x="2989747" y="3064284"/>
                  <a:pt x="2897801" y="3064284"/>
                </a:cubicBezTo>
                <a:lnTo>
                  <a:pt x="166483" y="3064284"/>
                </a:lnTo>
                <a:cubicBezTo>
                  <a:pt x="74537" y="3064284"/>
                  <a:pt x="0" y="2989747"/>
                  <a:pt x="0" y="2897801"/>
                </a:cubicBezTo>
                <a:lnTo>
                  <a:pt x="0" y="166483"/>
                </a:lnTo>
                <a:cubicBezTo>
                  <a:pt x="0" y="74537"/>
                  <a:pt x="74537" y="0"/>
                  <a:pt x="166483" y="0"/>
                </a:cubicBezTo>
                <a:close/>
              </a:path>
            </a:pathLst>
          </a:custGeom>
        </p:spPr>
      </p:pic>
      <p:sp>
        <p:nvSpPr>
          <p:cNvPr id="42" name="Arc 41">
            <a:extLst>
              <a:ext uri="{FF2B5EF4-FFF2-40B4-BE49-F238E27FC236}">
                <a16:creationId xmlns:a16="http://schemas.microsoft.com/office/drawing/2014/main" id="{4D3DC50D-CA0F-48F9-B17E-20D8669AA4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76147" y="5530635"/>
            <a:ext cx="3939038" cy="3939038"/>
          </a:xfrm>
          <a:prstGeom prst="arc">
            <a:avLst>
              <a:gd name="adj1" fmla="val 16200000"/>
              <a:gd name="adj2" fmla="val 20354996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D1B80E9C-CF8A-440B-B8F5-54BF121BF4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19536" y="6066084"/>
            <a:ext cx="1913062" cy="791916"/>
          </a:xfrm>
          <a:custGeom>
            <a:avLst/>
            <a:gdLst>
              <a:gd name="connsiteX0" fmla="*/ 995532 w 1991064"/>
              <a:gd name="connsiteY0" fmla="*/ 0 h 824205"/>
              <a:gd name="connsiteX1" fmla="*/ 1984823 w 1991064"/>
              <a:gd name="connsiteY1" fmla="*/ 784423 h 824205"/>
              <a:gd name="connsiteX2" fmla="*/ 1991064 w 1991064"/>
              <a:gd name="connsiteY2" fmla="*/ 824205 h 824205"/>
              <a:gd name="connsiteX3" fmla="*/ 0 w 1991064"/>
              <a:gd name="connsiteY3" fmla="*/ 824205 h 824205"/>
              <a:gd name="connsiteX4" fmla="*/ 6241 w 1991064"/>
              <a:gd name="connsiteY4" fmla="*/ 784423 h 824205"/>
              <a:gd name="connsiteX5" fmla="*/ 995532 w 1991064"/>
              <a:gd name="connsiteY5" fmla="*/ 0 h 824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91064" h="824205">
                <a:moveTo>
                  <a:pt x="995532" y="0"/>
                </a:moveTo>
                <a:cubicBezTo>
                  <a:pt x="1483521" y="0"/>
                  <a:pt x="1890663" y="336754"/>
                  <a:pt x="1984823" y="784423"/>
                </a:cubicBezTo>
                <a:lnTo>
                  <a:pt x="1991064" y="824205"/>
                </a:lnTo>
                <a:lnTo>
                  <a:pt x="0" y="824205"/>
                </a:lnTo>
                <a:lnTo>
                  <a:pt x="6241" y="784423"/>
                </a:lnTo>
                <a:cubicBezTo>
                  <a:pt x="100402" y="336754"/>
                  <a:pt x="507544" y="0"/>
                  <a:pt x="99553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787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9">
            <a:extLst>
              <a:ext uri="{FF2B5EF4-FFF2-40B4-BE49-F238E27FC236}">
                <a16:creationId xmlns:a16="http://schemas.microsoft.com/office/drawing/2014/main" id="{D2B783EE-0239-4717-BBEA-8C9EAC61C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1090B3-4E70-60CB-7D35-0C4FE7B88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45810"/>
            <a:ext cx="5120561" cy="1325563"/>
          </a:xfrm>
        </p:spPr>
        <p:txBody>
          <a:bodyPr>
            <a:normAutofit/>
          </a:bodyPr>
          <a:lstStyle/>
          <a:p>
            <a:r>
              <a:rPr lang="ru-RU" dirty="0">
                <a:latin typeface="Arial Black"/>
              </a:rPr>
              <a:t>Актуальность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05C8657-55D8-9B21-F770-21C77A7B52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5092194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ru-RU" sz="2400" dirty="0">
                <a:solidFill>
                  <a:srgbClr val="C00000"/>
                </a:solidFill>
                <a:latin typeface="Arial Black"/>
                <a:ea typeface="+mn-lt"/>
                <a:cs typeface="+mn-lt"/>
              </a:rPr>
              <a:t>Современные службы</a:t>
            </a:r>
            <a:r>
              <a:rPr lang="ru-RU" sz="2400" dirty="0">
                <a:solidFill>
                  <a:schemeClr val="bg2">
                    <a:lumMod val="49000"/>
                  </a:schemeClr>
                </a:solidFill>
                <a:latin typeface="Arial Black"/>
                <a:ea typeface="+mn-lt"/>
                <a:cs typeface="+mn-lt"/>
              </a:rPr>
              <a:t> </a:t>
            </a:r>
            <a:r>
              <a:rPr lang="ru-RU" sz="2400" dirty="0">
                <a:latin typeface="Arial Black"/>
                <a:ea typeface="+mn-lt"/>
                <a:cs typeface="+mn-lt"/>
              </a:rPr>
              <a:t>доставки ежедневно обраба</a:t>
            </a:r>
            <a:r>
              <a:rPr lang="ru-RU" sz="2400" dirty="0">
                <a:solidFill>
                  <a:schemeClr val="bg1">
                    <a:lumMod val="49000"/>
                  </a:schemeClr>
                </a:solidFill>
                <a:latin typeface="Arial Black"/>
                <a:ea typeface="+mn-lt"/>
                <a:cs typeface="+mn-lt"/>
              </a:rPr>
              <a:t>тывают десятки заказов.</a:t>
            </a:r>
            <a:endParaRPr lang="ru-RU" sz="2400">
              <a:solidFill>
                <a:schemeClr val="bg1">
                  <a:lumMod val="49000"/>
                </a:schemeClr>
              </a:solidFill>
              <a:latin typeface="Arial Black"/>
            </a:endParaRPr>
          </a:p>
          <a:p>
            <a:pPr marL="0" indent="0">
              <a:buNone/>
            </a:pPr>
            <a:r>
              <a:rPr lang="ru-RU" sz="2400" dirty="0">
                <a:solidFill>
                  <a:srgbClr val="C00000"/>
                </a:solidFill>
                <a:latin typeface="Arial Black"/>
                <a:ea typeface="+mn-lt"/>
                <a:cs typeface="+mn-lt"/>
              </a:rPr>
              <a:t>Ручной учёт</a:t>
            </a:r>
            <a:r>
              <a:rPr lang="ru-RU" sz="2400" dirty="0">
                <a:latin typeface="Arial Black"/>
                <a:ea typeface="+mn-lt"/>
                <a:cs typeface="+mn-lt"/>
              </a:rPr>
              <a:t> данных затрудняет работу </a:t>
            </a:r>
            <a:r>
              <a:rPr lang="ru-RU" sz="2400" dirty="0">
                <a:solidFill>
                  <a:schemeClr val="bg2">
                    <a:lumMod val="49000"/>
                  </a:schemeClr>
                </a:solidFill>
                <a:latin typeface="Arial Black"/>
                <a:ea typeface="+mn-lt"/>
                <a:cs typeface="+mn-lt"/>
              </a:rPr>
              <a:t>и может приводить к ошибкам.</a:t>
            </a:r>
            <a:endParaRPr lang="ru-RU" sz="2400">
              <a:solidFill>
                <a:schemeClr val="bg2">
                  <a:lumMod val="49000"/>
                </a:schemeClr>
              </a:solidFill>
              <a:latin typeface="Arial Black"/>
            </a:endParaRPr>
          </a:p>
          <a:p>
            <a:pPr marL="0" indent="0">
              <a:buNone/>
            </a:pPr>
            <a:r>
              <a:rPr lang="ru-RU" sz="2400" dirty="0">
                <a:solidFill>
                  <a:srgbClr val="FF0000"/>
                </a:solidFill>
                <a:latin typeface="Arial Black"/>
                <a:ea typeface="+mn-lt"/>
                <a:cs typeface="+mn-lt"/>
              </a:rPr>
              <a:t>Автоматизация </a:t>
            </a:r>
            <a:r>
              <a:rPr lang="ru-RU" sz="2400" dirty="0">
                <a:latin typeface="Arial Black"/>
                <a:ea typeface="+mn-lt"/>
                <a:cs typeface="+mn-lt"/>
              </a:rPr>
              <a:t>через базу данных обеспечивает точность </a:t>
            </a:r>
            <a:r>
              <a:rPr lang="ru-RU" sz="2400" dirty="0">
                <a:solidFill>
                  <a:schemeClr val="bg2">
                    <a:lumMod val="49000"/>
                  </a:schemeClr>
                </a:solidFill>
                <a:latin typeface="Arial Black"/>
                <a:ea typeface="+mn-lt"/>
                <a:cs typeface="+mn-lt"/>
              </a:rPr>
              <a:t>и удобство управления процессом доставки.</a:t>
            </a:r>
            <a:endParaRPr lang="ru-RU" sz="2400">
              <a:solidFill>
                <a:schemeClr val="bg2">
                  <a:lumMod val="49000"/>
                </a:schemeClr>
              </a:solidFill>
              <a:latin typeface="Arial Black"/>
            </a:endParaRPr>
          </a:p>
        </p:txBody>
      </p:sp>
      <p:sp>
        <p:nvSpPr>
          <p:cNvPr id="27" name="Oval 11">
            <a:extLst>
              <a:ext uri="{FF2B5EF4-FFF2-40B4-BE49-F238E27FC236}">
                <a16:creationId xmlns:a16="http://schemas.microsoft.com/office/drawing/2014/main" id="{A7B99495-F43F-4D80-A44F-2CB4764EB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20569" y="1364732"/>
            <a:ext cx="947488" cy="9217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Рисунок 3" descr="Изображение выглядит как транспортное средство, колесо, Наземный транспорт, транспор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7A4F1DA-8EB8-9605-91EB-4CCF3250B76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170" r="10486" b="-1"/>
          <a:stretch>
            <a:fillRect/>
          </a:stretch>
        </p:blipFill>
        <p:spPr>
          <a:xfrm>
            <a:off x="7901259" y="2727729"/>
            <a:ext cx="4290741" cy="4130271"/>
          </a:xfrm>
          <a:custGeom>
            <a:avLst/>
            <a:gdLst/>
            <a:ahLst/>
            <a:cxnLst/>
            <a:rect l="l" t="t" r="r" b="b"/>
            <a:pathLst>
              <a:path w="4290741" h="4130271">
                <a:moveTo>
                  <a:pt x="2503809" y="0"/>
                </a:moveTo>
                <a:cubicBezTo>
                  <a:pt x="3157405" y="0"/>
                  <a:pt x="3752509" y="250434"/>
                  <a:pt x="4198398" y="660580"/>
                </a:cubicBezTo>
                <a:lnTo>
                  <a:pt x="4290741" y="751286"/>
                </a:lnTo>
                <a:lnTo>
                  <a:pt x="4290741" y="4130271"/>
                </a:lnTo>
                <a:lnTo>
                  <a:pt x="604508" y="4130271"/>
                </a:lnTo>
                <a:lnTo>
                  <a:pt x="461940" y="3953232"/>
                </a:lnTo>
                <a:cubicBezTo>
                  <a:pt x="171051" y="3544183"/>
                  <a:pt x="0" y="3043971"/>
                  <a:pt x="0" y="2503809"/>
                </a:cubicBezTo>
                <a:cubicBezTo>
                  <a:pt x="0" y="1120992"/>
                  <a:pt x="1120992" y="0"/>
                  <a:pt x="2503809" y="0"/>
                </a:cubicBezTo>
                <a:close/>
              </a:path>
            </a:pathLst>
          </a:custGeom>
        </p:spPr>
      </p:pic>
      <p:sp>
        <p:nvSpPr>
          <p:cNvPr id="28" name="Arc 13">
            <a:extLst>
              <a:ext uri="{FF2B5EF4-FFF2-40B4-BE49-F238E27FC236}">
                <a16:creationId xmlns:a16="http://schemas.microsoft.com/office/drawing/2014/main" id="{70BEB1E7-2F88-40BC-B73D-42E5B6F80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4759070" flipV="1">
            <a:off x="6034138" y="-673140"/>
            <a:ext cx="4021193" cy="4021193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B0E3422-D475-DAB8-FB9A-D3B306F44D9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439" r="-3" b="4089"/>
          <a:stretch>
            <a:fillRect/>
          </a:stretch>
        </p:blipFill>
        <p:spPr>
          <a:xfrm>
            <a:off x="6261607" y="1"/>
            <a:ext cx="3519312" cy="3007909"/>
          </a:xfrm>
          <a:custGeom>
            <a:avLst/>
            <a:gdLst/>
            <a:ahLst/>
            <a:cxnLst/>
            <a:rect l="l" t="t" r="r" b="b"/>
            <a:pathLst>
              <a:path w="3519312" h="3007909">
                <a:moveTo>
                  <a:pt x="519780" y="0"/>
                </a:moveTo>
                <a:lnTo>
                  <a:pt x="2999532" y="0"/>
                </a:lnTo>
                <a:lnTo>
                  <a:pt x="3003921" y="3989"/>
                </a:lnTo>
                <a:cubicBezTo>
                  <a:pt x="3322356" y="322424"/>
                  <a:pt x="3519312" y="762338"/>
                  <a:pt x="3519312" y="1248253"/>
                </a:cubicBezTo>
                <a:cubicBezTo>
                  <a:pt x="3519312" y="2220084"/>
                  <a:pt x="2731487" y="3007909"/>
                  <a:pt x="1759656" y="3007909"/>
                </a:cubicBezTo>
                <a:cubicBezTo>
                  <a:pt x="787826" y="3007909"/>
                  <a:pt x="0" y="2220084"/>
                  <a:pt x="0" y="1248253"/>
                </a:cubicBezTo>
                <a:cubicBezTo>
                  <a:pt x="0" y="762338"/>
                  <a:pt x="196957" y="322424"/>
                  <a:pt x="515392" y="3989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0102583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AD96FDFD-4E42-4A06-B8B5-768A1DB9C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343D71-FA7D-55FC-89C5-6BBBFBC73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1368" y="371719"/>
            <a:ext cx="6125964" cy="1906863"/>
          </a:xfrm>
        </p:spPr>
        <p:txBody>
          <a:bodyPr anchor="b">
            <a:normAutofit/>
          </a:bodyPr>
          <a:lstStyle/>
          <a:p>
            <a:r>
              <a:rPr lang="ru-RU">
                <a:latin typeface="Arial Black"/>
              </a:rPr>
              <a:t>Цель и задача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AA823D9-C524-5038-7C8F-9102AE70C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1368" y="2711395"/>
            <a:ext cx="4114801" cy="346556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ru-RU" sz="1600" dirty="0">
                <a:solidFill>
                  <a:srgbClr val="FF0000"/>
                </a:solidFill>
                <a:latin typeface="Arial Black"/>
                <a:ea typeface="+mn-lt"/>
                <a:cs typeface="+mn-lt"/>
              </a:rPr>
              <a:t>Цель:</a:t>
            </a:r>
            <a:r>
              <a:rPr lang="ru-RU" sz="1600" dirty="0">
                <a:latin typeface="Arial Black"/>
                <a:ea typeface="+mn-lt"/>
                <a:cs typeface="+mn-lt"/>
              </a:rPr>
              <a:t> создание базы </a:t>
            </a:r>
            <a:r>
              <a:rPr lang="ru-RU" sz="1600" dirty="0">
                <a:solidFill>
                  <a:schemeClr val="bg2">
                    <a:lumMod val="49000"/>
                  </a:schemeClr>
                </a:solidFill>
                <a:latin typeface="Arial Black"/>
                <a:ea typeface="+mn-lt"/>
                <a:cs typeface="+mn-lt"/>
              </a:rPr>
              <a:t>данных для службы доставки.</a:t>
            </a:r>
            <a:endParaRPr lang="ru-RU" sz="1600" dirty="0">
              <a:solidFill>
                <a:schemeClr val="bg2">
                  <a:lumMod val="49000"/>
                </a:schemeClr>
              </a:solidFill>
              <a:latin typeface="Arial Black"/>
            </a:endParaRPr>
          </a:p>
          <a:p>
            <a:pPr marL="0" indent="0">
              <a:buNone/>
            </a:pPr>
            <a:r>
              <a:rPr lang="ru-RU" sz="1600" dirty="0">
                <a:solidFill>
                  <a:srgbClr val="FF0000"/>
                </a:solidFill>
                <a:latin typeface="Arial Black"/>
                <a:ea typeface="+mn-lt"/>
                <a:cs typeface="+mn-lt"/>
              </a:rPr>
              <a:t>Основные задачи:</a:t>
            </a:r>
            <a:endParaRPr lang="ru-RU" sz="1600" dirty="0">
              <a:solidFill>
                <a:srgbClr val="FF0000"/>
              </a:solidFill>
              <a:latin typeface="Arial Black"/>
            </a:endParaRPr>
          </a:p>
          <a:p>
            <a:pPr>
              <a:buFont typeface="Calibri" panose="020B0604020202020204" pitchFamily="34" charset="0"/>
              <a:buChar char="-"/>
            </a:pPr>
            <a:r>
              <a:rPr lang="ru-RU" sz="1600" dirty="0">
                <a:latin typeface="Arial Black"/>
                <a:ea typeface="+mn-lt"/>
                <a:cs typeface="+mn-lt"/>
              </a:rPr>
              <a:t>определить сущности и их атри</a:t>
            </a:r>
            <a:r>
              <a:rPr lang="ru-RU" sz="1600" dirty="0">
                <a:solidFill>
                  <a:schemeClr val="bg2">
                    <a:lumMod val="49000"/>
                  </a:schemeClr>
                </a:solidFill>
                <a:latin typeface="Arial Black"/>
                <a:ea typeface="+mn-lt"/>
                <a:cs typeface="+mn-lt"/>
              </a:rPr>
              <a:t>буты;</a:t>
            </a:r>
            <a:endParaRPr lang="ru-RU" sz="1600" dirty="0">
              <a:solidFill>
                <a:schemeClr val="bg2">
                  <a:lumMod val="49000"/>
                </a:schemeClr>
              </a:solidFill>
              <a:latin typeface="Arial Black"/>
            </a:endParaRPr>
          </a:p>
          <a:p>
            <a:pPr marL="0" indent="0">
              <a:buNone/>
            </a:pPr>
            <a:r>
              <a:rPr lang="ru-RU" sz="1600" dirty="0">
                <a:solidFill>
                  <a:schemeClr val="bg2">
                    <a:lumMod val="49000"/>
                  </a:schemeClr>
                </a:solidFill>
                <a:latin typeface="Arial Black"/>
                <a:ea typeface="+mn-lt"/>
                <a:cs typeface="+mn-lt"/>
              </a:rPr>
              <a:t>- установить связи между таблицами;</a:t>
            </a:r>
            <a:endParaRPr lang="ru-RU" sz="1600" dirty="0">
              <a:solidFill>
                <a:schemeClr val="bg2">
                  <a:lumMod val="49000"/>
                </a:schemeClr>
              </a:solidFill>
              <a:latin typeface="Arial Black"/>
            </a:endParaRPr>
          </a:p>
          <a:p>
            <a:pPr marL="0" indent="0">
              <a:buNone/>
            </a:pPr>
            <a:r>
              <a:rPr lang="ru-RU" sz="1600" dirty="0">
                <a:solidFill>
                  <a:schemeClr val="bg2">
                    <a:lumMod val="49000"/>
                  </a:schemeClr>
                </a:solidFill>
                <a:latin typeface="Arial Black"/>
                <a:ea typeface="+mn-lt"/>
                <a:cs typeface="+mn-lt"/>
              </a:rPr>
              <a:t>- реализовать базу в MS Access;</a:t>
            </a:r>
            <a:endParaRPr lang="ru-RU" sz="1600" dirty="0">
              <a:solidFill>
                <a:schemeClr val="bg2">
                  <a:lumMod val="49000"/>
                </a:schemeClr>
              </a:solidFill>
              <a:latin typeface="Arial Black"/>
            </a:endParaRPr>
          </a:p>
          <a:p>
            <a:pPr marL="0" indent="0">
              <a:buNone/>
            </a:pPr>
            <a:r>
              <a:rPr lang="ru-RU" sz="1600" dirty="0">
                <a:solidFill>
                  <a:schemeClr val="bg2">
                    <a:lumMod val="49000"/>
                  </a:schemeClr>
                </a:solidFill>
                <a:latin typeface="Arial Black"/>
                <a:ea typeface="+mn-lt"/>
                <a:cs typeface="+mn-lt"/>
              </a:rPr>
              <a:t>- создать фо</a:t>
            </a:r>
            <a:r>
              <a:rPr lang="ru-RU" sz="1600" dirty="0">
                <a:latin typeface="Arial Black"/>
                <a:ea typeface="+mn-lt"/>
                <a:cs typeface="+mn-lt"/>
              </a:rPr>
              <a:t>рмы, и отчёты для работы пользователей.</a:t>
            </a:r>
            <a:endParaRPr lang="ru-RU" sz="1600" dirty="0">
              <a:latin typeface="Arial Black"/>
            </a:endParaRPr>
          </a:p>
        </p:txBody>
      </p:sp>
      <p:pic>
        <p:nvPicPr>
          <p:cNvPr id="6" name="Рисунок 5" descr="Изображение выглядит как снимок экрана, красный, Графика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809A42A-2DD7-F094-F3A1-2780E22DDA4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1505" b="-4"/>
          <a:stretch>
            <a:fillRect/>
          </a:stretch>
        </p:blipFill>
        <p:spPr>
          <a:xfrm>
            <a:off x="8452968" y="3681465"/>
            <a:ext cx="3747932" cy="3176541"/>
          </a:xfrm>
          <a:custGeom>
            <a:avLst/>
            <a:gdLst/>
            <a:ahLst/>
            <a:cxnLst/>
            <a:rect l="l" t="t" r="r" b="b"/>
            <a:pathLst>
              <a:path w="3747932" h="3176541">
                <a:moveTo>
                  <a:pt x="3239865" y="21"/>
                </a:moveTo>
                <a:cubicBezTo>
                  <a:pt x="3261821" y="112"/>
                  <a:pt x="3278837" y="498"/>
                  <a:pt x="3290337" y="938"/>
                </a:cubicBezTo>
                <a:cubicBezTo>
                  <a:pt x="3401766" y="5376"/>
                  <a:pt x="3510165" y="23128"/>
                  <a:pt x="3616543" y="49449"/>
                </a:cubicBezTo>
                <a:lnTo>
                  <a:pt x="3747932" y="87091"/>
                </a:lnTo>
                <a:lnTo>
                  <a:pt x="3747932" y="3176541"/>
                </a:lnTo>
                <a:lnTo>
                  <a:pt x="401358" y="3176541"/>
                </a:lnTo>
                <a:lnTo>
                  <a:pt x="398780" y="3136258"/>
                </a:lnTo>
                <a:cubicBezTo>
                  <a:pt x="400956" y="3079023"/>
                  <a:pt x="437945" y="3052703"/>
                  <a:pt x="483325" y="3030665"/>
                </a:cubicBezTo>
                <a:cubicBezTo>
                  <a:pt x="498866" y="3023015"/>
                  <a:pt x="520932" y="3023320"/>
                  <a:pt x="526840" y="2999447"/>
                </a:cubicBezTo>
                <a:cubicBezTo>
                  <a:pt x="501352" y="2976798"/>
                  <a:pt x="470270" y="2995161"/>
                  <a:pt x="442916" y="2988735"/>
                </a:cubicBezTo>
                <a:cubicBezTo>
                  <a:pt x="420228" y="2983533"/>
                  <a:pt x="382618" y="2986286"/>
                  <a:pt x="413701" y="2944662"/>
                </a:cubicBezTo>
                <a:cubicBezTo>
                  <a:pt x="422716" y="2932726"/>
                  <a:pt x="412147" y="2923542"/>
                  <a:pt x="400645" y="2922625"/>
                </a:cubicBezTo>
                <a:cubicBezTo>
                  <a:pt x="308644" y="2913137"/>
                  <a:pt x="350915" y="2828968"/>
                  <a:pt x="321386" y="2784590"/>
                </a:cubicBezTo>
                <a:cubicBezTo>
                  <a:pt x="313307" y="2772348"/>
                  <a:pt x="322010" y="2751230"/>
                  <a:pt x="334753" y="2746027"/>
                </a:cubicBezTo>
                <a:cubicBezTo>
                  <a:pt x="416187" y="2711746"/>
                  <a:pt x="427377" y="2630027"/>
                  <a:pt x="466852" y="2559632"/>
                </a:cubicBezTo>
                <a:cubicBezTo>
                  <a:pt x="423957" y="2531782"/>
                  <a:pt x="372673" y="2525661"/>
                  <a:pt x="326361" y="2507602"/>
                </a:cubicBezTo>
                <a:cubicBezTo>
                  <a:pt x="278183" y="2488626"/>
                  <a:pt x="278183" y="2474547"/>
                  <a:pt x="317968" y="2419457"/>
                </a:cubicBezTo>
                <a:cubicBezTo>
                  <a:pt x="214465" y="2407519"/>
                  <a:pt x="214465" y="2407519"/>
                  <a:pt x="246479" y="2320903"/>
                </a:cubicBezTo>
                <a:cubicBezTo>
                  <a:pt x="159758" y="2312945"/>
                  <a:pt x="102570" y="2271933"/>
                  <a:pt x="89205" y="2182255"/>
                </a:cubicBezTo>
                <a:cubicBezTo>
                  <a:pt x="82677" y="2138795"/>
                  <a:pt x="43514" y="2118290"/>
                  <a:pt x="0" y="2089213"/>
                </a:cubicBezTo>
                <a:cubicBezTo>
                  <a:pt x="54081" y="2061053"/>
                  <a:pt x="90759" y="2002290"/>
                  <a:pt x="153855" y="2064423"/>
                </a:cubicBezTo>
                <a:cubicBezTo>
                  <a:pt x="176855" y="2087070"/>
                  <a:pt x="174683" y="2058300"/>
                  <a:pt x="177788" y="2050037"/>
                </a:cubicBezTo>
                <a:cubicBezTo>
                  <a:pt x="185247" y="2029838"/>
                  <a:pt x="169707" y="2016369"/>
                  <a:pt x="159450" y="2001067"/>
                </a:cubicBezTo>
                <a:cubicBezTo>
                  <a:pt x="149504" y="1985763"/>
                  <a:pt x="137691" y="1969543"/>
                  <a:pt x="134895" y="1952400"/>
                </a:cubicBezTo>
                <a:cubicBezTo>
                  <a:pt x="133031" y="1940465"/>
                  <a:pt x="142044" y="1923021"/>
                  <a:pt x="151990" y="1914144"/>
                </a:cubicBezTo>
                <a:cubicBezTo>
                  <a:pt x="204209" y="1867316"/>
                  <a:pt x="173127" y="1762030"/>
                  <a:pt x="271969" y="1748562"/>
                </a:cubicBezTo>
                <a:cubicBezTo>
                  <a:pt x="316415" y="1742443"/>
                  <a:pt x="337860" y="1703878"/>
                  <a:pt x="370497" y="1682760"/>
                </a:cubicBezTo>
                <a:cubicBezTo>
                  <a:pt x="483946" y="1608999"/>
                  <a:pt x="559787" y="1514119"/>
                  <a:pt x="594908" y="1383735"/>
                </a:cubicBezTo>
                <a:cubicBezTo>
                  <a:pt x="604543" y="1347620"/>
                  <a:pt x="641532" y="1318542"/>
                  <a:pt x="665465" y="1286713"/>
                </a:cubicBezTo>
                <a:cubicBezTo>
                  <a:pt x="653963" y="1263452"/>
                  <a:pt x="591178" y="1313647"/>
                  <a:pt x="613246" y="1252435"/>
                </a:cubicBezTo>
                <a:cubicBezTo>
                  <a:pt x="630030" y="1206524"/>
                  <a:pt x="672925" y="1178060"/>
                  <a:pt x="713332" y="1150820"/>
                </a:cubicBezTo>
                <a:cubicBezTo>
                  <a:pt x="759333" y="1119908"/>
                  <a:pt x="810307" y="1095117"/>
                  <a:pt x="831133" y="1037883"/>
                </a:cubicBezTo>
                <a:cubicBezTo>
                  <a:pt x="835485" y="1025640"/>
                  <a:pt x="849470" y="1012785"/>
                  <a:pt x="861903" y="1007887"/>
                </a:cubicBezTo>
                <a:cubicBezTo>
                  <a:pt x="1469751" y="63584"/>
                  <a:pt x="2910527" y="-1353"/>
                  <a:pt x="3239865" y="21"/>
                </a:cubicBezTo>
                <a:close/>
              </a:path>
            </a:pathLst>
          </a:cu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D38ACF7-81BB-D96C-2B6F-2E2D85B78F9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5" r="4" b="4"/>
          <a:stretch>
            <a:fillRect/>
          </a:stretch>
        </p:blipFill>
        <p:spPr>
          <a:xfrm>
            <a:off x="5398276" y="2457970"/>
            <a:ext cx="3458367" cy="3476265"/>
          </a:xfrm>
          <a:custGeom>
            <a:avLst/>
            <a:gdLst/>
            <a:ahLst/>
            <a:cxnLst/>
            <a:rect l="l" t="t" r="r" b="b"/>
            <a:pathLst>
              <a:path w="3458367" h="3476265">
                <a:moveTo>
                  <a:pt x="549716" y="15"/>
                </a:moveTo>
                <a:cubicBezTo>
                  <a:pt x="557611" y="271"/>
                  <a:pt x="565778" y="3856"/>
                  <a:pt x="573176" y="4995"/>
                </a:cubicBezTo>
                <a:cubicBezTo>
                  <a:pt x="736504" y="30493"/>
                  <a:pt x="899830" y="58040"/>
                  <a:pt x="1063336" y="82398"/>
                </a:cubicBezTo>
                <a:cubicBezTo>
                  <a:pt x="1216195" y="105163"/>
                  <a:pt x="1370136" y="110398"/>
                  <a:pt x="1523717" y="122237"/>
                </a:cubicBezTo>
                <a:cubicBezTo>
                  <a:pt x="1709602" y="136580"/>
                  <a:pt x="1895127" y="156841"/>
                  <a:pt x="2079929" y="188711"/>
                </a:cubicBezTo>
                <a:cubicBezTo>
                  <a:pt x="2208244" y="211023"/>
                  <a:pt x="2337823" y="226502"/>
                  <a:pt x="2467943" y="208745"/>
                </a:cubicBezTo>
                <a:cubicBezTo>
                  <a:pt x="2474439" y="207834"/>
                  <a:pt x="2481839" y="204876"/>
                  <a:pt x="2487253" y="207834"/>
                </a:cubicBezTo>
                <a:cubicBezTo>
                  <a:pt x="2550419" y="241073"/>
                  <a:pt x="2619357" y="217168"/>
                  <a:pt x="2684869" y="238113"/>
                </a:cubicBezTo>
                <a:cubicBezTo>
                  <a:pt x="2668085" y="318930"/>
                  <a:pt x="2596077" y="312327"/>
                  <a:pt x="2555471" y="368331"/>
                </a:cubicBezTo>
                <a:cubicBezTo>
                  <a:pt x="2621704" y="390639"/>
                  <a:pt x="2681259" y="413178"/>
                  <a:pt x="2741717" y="430023"/>
                </a:cubicBezTo>
                <a:cubicBezTo>
                  <a:pt x="2805785" y="447780"/>
                  <a:pt x="2860106" y="495816"/>
                  <a:pt x="2922728" y="517216"/>
                </a:cubicBezTo>
                <a:cubicBezTo>
                  <a:pt x="2936085" y="521769"/>
                  <a:pt x="2952146" y="537704"/>
                  <a:pt x="2956838" y="553184"/>
                </a:cubicBezTo>
                <a:cubicBezTo>
                  <a:pt x="2971997" y="603269"/>
                  <a:pt x="3274647" y="743732"/>
                  <a:pt x="3238914" y="788350"/>
                </a:cubicBezTo>
                <a:cubicBezTo>
                  <a:pt x="3224116" y="806791"/>
                  <a:pt x="3204986" y="819994"/>
                  <a:pt x="3184953" y="838207"/>
                </a:cubicBezTo>
                <a:cubicBezTo>
                  <a:pt x="3215093" y="872582"/>
                  <a:pt x="3249020" y="887608"/>
                  <a:pt x="3285115" y="897852"/>
                </a:cubicBezTo>
                <a:cubicBezTo>
                  <a:pt x="3295944" y="901039"/>
                  <a:pt x="3306591" y="907413"/>
                  <a:pt x="3307674" y="922894"/>
                </a:cubicBezTo>
                <a:cubicBezTo>
                  <a:pt x="3308757" y="939056"/>
                  <a:pt x="3297748" y="945429"/>
                  <a:pt x="3288544" y="952944"/>
                </a:cubicBezTo>
                <a:cubicBezTo>
                  <a:pt x="3275731" y="963415"/>
                  <a:pt x="3263278" y="972523"/>
                  <a:pt x="3247036" y="973888"/>
                </a:cubicBezTo>
                <a:cubicBezTo>
                  <a:pt x="3220325" y="975937"/>
                  <a:pt x="3207513" y="1005076"/>
                  <a:pt x="3191993" y="1026930"/>
                </a:cubicBezTo>
                <a:cubicBezTo>
                  <a:pt x="3183330" y="1039224"/>
                  <a:pt x="3178998" y="1064037"/>
                  <a:pt x="3194157" y="1068363"/>
                </a:cubicBezTo>
                <a:cubicBezTo>
                  <a:pt x="3230613" y="1078837"/>
                  <a:pt x="3227725" y="1109114"/>
                  <a:pt x="3226824" y="1143489"/>
                </a:cubicBezTo>
                <a:cubicBezTo>
                  <a:pt x="3225560" y="1186061"/>
                  <a:pt x="3204083" y="1205638"/>
                  <a:pt x="3177734" y="1222030"/>
                </a:cubicBezTo>
                <a:cubicBezTo>
                  <a:pt x="3168711" y="1227720"/>
                  <a:pt x="3155898" y="1227493"/>
                  <a:pt x="3152469" y="1245250"/>
                </a:cubicBezTo>
                <a:cubicBezTo>
                  <a:pt x="3167267" y="1262097"/>
                  <a:pt x="3185314" y="1248439"/>
                  <a:pt x="3201197" y="1253218"/>
                </a:cubicBezTo>
                <a:cubicBezTo>
                  <a:pt x="3214370" y="1257088"/>
                  <a:pt x="3236208" y="1255040"/>
                  <a:pt x="3218160" y="1286000"/>
                </a:cubicBezTo>
                <a:cubicBezTo>
                  <a:pt x="3212926" y="1294878"/>
                  <a:pt x="3219062" y="1301709"/>
                  <a:pt x="3225741" y="1302392"/>
                </a:cubicBezTo>
                <a:cubicBezTo>
                  <a:pt x="3279159" y="1309449"/>
                  <a:pt x="3254615" y="1372054"/>
                  <a:pt x="3271761" y="1405063"/>
                </a:cubicBezTo>
                <a:cubicBezTo>
                  <a:pt x="3276452" y="1414169"/>
                  <a:pt x="3271399" y="1429877"/>
                  <a:pt x="3263999" y="1433747"/>
                </a:cubicBezTo>
                <a:cubicBezTo>
                  <a:pt x="3216716" y="1459245"/>
                  <a:pt x="3210220" y="1520028"/>
                  <a:pt x="3187299" y="1572389"/>
                </a:cubicBezTo>
                <a:cubicBezTo>
                  <a:pt x="3212205" y="1593104"/>
                  <a:pt x="3241982" y="1597657"/>
                  <a:pt x="3268872" y="1611089"/>
                </a:cubicBezTo>
                <a:cubicBezTo>
                  <a:pt x="3296846" y="1625204"/>
                  <a:pt x="3296846" y="1635676"/>
                  <a:pt x="3273746" y="1676653"/>
                </a:cubicBezTo>
                <a:cubicBezTo>
                  <a:pt x="3333842" y="1685532"/>
                  <a:pt x="3333842" y="1685532"/>
                  <a:pt x="3315254" y="1749957"/>
                </a:cubicBezTo>
                <a:cubicBezTo>
                  <a:pt x="3365607" y="1755877"/>
                  <a:pt x="3398812" y="1786382"/>
                  <a:pt x="3406572" y="1853085"/>
                </a:cubicBezTo>
                <a:cubicBezTo>
                  <a:pt x="3410362" y="1885411"/>
                  <a:pt x="3433101" y="1900663"/>
                  <a:pt x="3458367" y="1922291"/>
                </a:cubicBezTo>
                <a:cubicBezTo>
                  <a:pt x="3426966" y="1943236"/>
                  <a:pt x="3405669" y="1986945"/>
                  <a:pt x="3369034" y="1940730"/>
                </a:cubicBezTo>
                <a:cubicBezTo>
                  <a:pt x="3355680" y="1923885"/>
                  <a:pt x="3356941" y="1945284"/>
                  <a:pt x="3355138" y="1951430"/>
                </a:cubicBezTo>
                <a:cubicBezTo>
                  <a:pt x="3350807" y="1966455"/>
                  <a:pt x="3359830" y="1976472"/>
                  <a:pt x="3365786" y="1987854"/>
                </a:cubicBezTo>
                <a:cubicBezTo>
                  <a:pt x="3371561" y="1999237"/>
                  <a:pt x="3378420" y="2011302"/>
                  <a:pt x="3380043" y="2024054"/>
                </a:cubicBezTo>
                <a:cubicBezTo>
                  <a:pt x="3381125" y="2032931"/>
                  <a:pt x="3375892" y="2045905"/>
                  <a:pt x="3370117" y="2052509"/>
                </a:cubicBezTo>
                <a:cubicBezTo>
                  <a:pt x="3339797" y="2087340"/>
                  <a:pt x="3357844" y="2165652"/>
                  <a:pt x="3300454" y="2175670"/>
                </a:cubicBezTo>
                <a:cubicBezTo>
                  <a:pt x="3274647" y="2180221"/>
                  <a:pt x="3262195" y="2208906"/>
                  <a:pt x="3243246" y="2224614"/>
                </a:cubicBezTo>
                <a:cubicBezTo>
                  <a:pt x="3177374" y="2279478"/>
                  <a:pt x="3133338" y="2350051"/>
                  <a:pt x="3112946" y="2447031"/>
                </a:cubicBezTo>
                <a:cubicBezTo>
                  <a:pt x="3107352" y="2473894"/>
                  <a:pt x="3085875" y="2495522"/>
                  <a:pt x="3071979" y="2519197"/>
                </a:cubicBezTo>
                <a:cubicBezTo>
                  <a:pt x="3078657" y="2536499"/>
                  <a:pt x="3115112" y="2499164"/>
                  <a:pt x="3102298" y="2544694"/>
                </a:cubicBezTo>
                <a:cubicBezTo>
                  <a:pt x="3092553" y="2578843"/>
                  <a:pt x="3067647" y="2600014"/>
                  <a:pt x="3044185" y="2620276"/>
                </a:cubicBezTo>
                <a:cubicBezTo>
                  <a:pt x="3017476" y="2643268"/>
                  <a:pt x="2987879" y="2661708"/>
                  <a:pt x="2975787" y="2704279"/>
                </a:cubicBezTo>
                <a:cubicBezTo>
                  <a:pt x="2973260" y="2713386"/>
                  <a:pt x="2965140" y="2722947"/>
                  <a:pt x="2957921" y="2726591"/>
                </a:cubicBezTo>
                <a:cubicBezTo>
                  <a:pt x="2581458" y="3475797"/>
                  <a:pt x="1654740" y="3480805"/>
                  <a:pt x="1547901" y="3475568"/>
                </a:cubicBezTo>
                <a:cubicBezTo>
                  <a:pt x="1418503" y="3468966"/>
                  <a:pt x="1296143" y="3422753"/>
                  <a:pt x="1176132" y="3365156"/>
                </a:cubicBezTo>
                <a:cubicBezTo>
                  <a:pt x="1125418" y="3340797"/>
                  <a:pt x="1078316" y="3306195"/>
                  <a:pt x="1029045" y="3279332"/>
                </a:cubicBezTo>
                <a:cubicBezTo>
                  <a:pt x="961009" y="3242223"/>
                  <a:pt x="908492" y="3171424"/>
                  <a:pt x="840634" y="3141601"/>
                </a:cubicBezTo>
                <a:cubicBezTo>
                  <a:pt x="770793" y="3110867"/>
                  <a:pt x="711057" y="3054638"/>
                  <a:pt x="639229" y="3030734"/>
                </a:cubicBezTo>
                <a:cubicBezTo>
                  <a:pt x="601330" y="3017985"/>
                  <a:pt x="564695" y="2994993"/>
                  <a:pt x="570649" y="2929200"/>
                </a:cubicBezTo>
                <a:cubicBezTo>
                  <a:pt x="572274" y="2910532"/>
                  <a:pt x="562349" y="2895282"/>
                  <a:pt x="546647" y="2900745"/>
                </a:cubicBezTo>
                <a:cubicBezTo>
                  <a:pt x="516690" y="2910989"/>
                  <a:pt x="503154" y="2883898"/>
                  <a:pt x="486550" y="2863636"/>
                </a:cubicBezTo>
                <a:cubicBezTo>
                  <a:pt x="456953" y="2827667"/>
                  <a:pt x="428801" y="2789422"/>
                  <a:pt x="381697" y="2783503"/>
                </a:cubicBezTo>
                <a:cubicBezTo>
                  <a:pt x="390720" y="2755272"/>
                  <a:pt x="406060" y="2759371"/>
                  <a:pt x="420137" y="2765290"/>
                </a:cubicBezTo>
                <a:cubicBezTo>
                  <a:pt x="457133" y="2780772"/>
                  <a:pt x="493769" y="2798300"/>
                  <a:pt x="530765" y="2813781"/>
                </a:cubicBezTo>
                <a:cubicBezTo>
                  <a:pt x="554948" y="2823799"/>
                  <a:pt x="578952" y="2837912"/>
                  <a:pt x="611257" y="2826755"/>
                </a:cubicBezTo>
                <a:cubicBezTo>
                  <a:pt x="583463" y="2769843"/>
                  <a:pt x="536180" y="2759598"/>
                  <a:pt x="497920" y="2742071"/>
                </a:cubicBezTo>
                <a:cubicBezTo>
                  <a:pt x="450096" y="2719988"/>
                  <a:pt x="421942" y="2678326"/>
                  <a:pt x="388193" y="2631885"/>
                </a:cubicBezTo>
                <a:cubicBezTo>
                  <a:pt x="423386" y="2620730"/>
                  <a:pt x="445223" y="2654879"/>
                  <a:pt x="472834" y="2653056"/>
                </a:cubicBezTo>
                <a:cubicBezTo>
                  <a:pt x="474279" y="2647140"/>
                  <a:pt x="476804" y="2638488"/>
                  <a:pt x="476444" y="2638259"/>
                </a:cubicBezTo>
                <a:cubicBezTo>
                  <a:pt x="431326" y="2612763"/>
                  <a:pt x="410211" y="2564956"/>
                  <a:pt x="403173" y="2507131"/>
                </a:cubicBezTo>
                <a:cubicBezTo>
                  <a:pt x="399563" y="2477310"/>
                  <a:pt x="383140" y="2467976"/>
                  <a:pt x="366897" y="2454316"/>
                </a:cubicBezTo>
                <a:cubicBezTo>
                  <a:pt x="310230" y="2405826"/>
                  <a:pt x="250314" y="2361890"/>
                  <a:pt x="203752" y="2295188"/>
                </a:cubicBezTo>
                <a:cubicBezTo>
                  <a:pt x="257532" y="2304066"/>
                  <a:pt x="300665" y="2347547"/>
                  <a:pt x="358597" y="2366215"/>
                </a:cubicBezTo>
                <a:cubicBezTo>
                  <a:pt x="312577" y="2292910"/>
                  <a:pt x="253020" y="2255803"/>
                  <a:pt x="198698" y="2211409"/>
                </a:cubicBezTo>
                <a:cubicBezTo>
                  <a:pt x="173974" y="2191149"/>
                  <a:pt x="151055" y="2165197"/>
                  <a:pt x="121097" y="2154269"/>
                </a:cubicBezTo>
                <a:cubicBezTo>
                  <a:pt x="110448" y="2150400"/>
                  <a:pt x="92943" y="2142204"/>
                  <a:pt x="101425" y="2120577"/>
                </a:cubicBezTo>
                <a:cubicBezTo>
                  <a:pt x="108643" y="2102593"/>
                  <a:pt x="122900" y="2108055"/>
                  <a:pt x="135895" y="2113292"/>
                </a:cubicBezTo>
                <a:cubicBezTo>
                  <a:pt x="167116" y="2126269"/>
                  <a:pt x="199421" y="2126495"/>
                  <a:pt x="241652" y="2126269"/>
                </a:cubicBezTo>
                <a:cubicBezTo>
                  <a:pt x="206279" y="2066851"/>
                  <a:pt x="141489" y="2084608"/>
                  <a:pt x="111170" y="2022231"/>
                </a:cubicBezTo>
                <a:cubicBezTo>
                  <a:pt x="149069" y="2011302"/>
                  <a:pt x="178305" y="2033841"/>
                  <a:pt x="208987" y="2038166"/>
                </a:cubicBezTo>
                <a:cubicBezTo>
                  <a:pt x="236777" y="2042036"/>
                  <a:pt x="243636" y="2031565"/>
                  <a:pt x="237139" y="1997188"/>
                </a:cubicBezTo>
                <a:cubicBezTo>
                  <a:pt x="227034" y="1943690"/>
                  <a:pt x="242193" y="1916371"/>
                  <a:pt x="282618" y="1930941"/>
                </a:cubicBezTo>
                <a:cubicBezTo>
                  <a:pt x="320155" y="1944601"/>
                  <a:pt x="324125" y="1924568"/>
                  <a:pt x="314019" y="1894062"/>
                </a:cubicBezTo>
                <a:cubicBezTo>
                  <a:pt x="299582" y="1849671"/>
                  <a:pt x="316004" y="1815295"/>
                  <a:pt x="327194" y="1777960"/>
                </a:cubicBezTo>
                <a:cubicBezTo>
                  <a:pt x="344339" y="1721045"/>
                  <a:pt x="337121" y="1693272"/>
                  <a:pt x="300123" y="1650929"/>
                </a:cubicBezTo>
                <a:cubicBezTo>
                  <a:pt x="279370" y="1627251"/>
                  <a:pt x="256992" y="1607219"/>
                  <a:pt x="226852" y="1586731"/>
                </a:cubicBezTo>
                <a:cubicBezTo>
                  <a:pt x="296334" y="1575576"/>
                  <a:pt x="223423" y="1538013"/>
                  <a:pt x="247968" y="1514564"/>
                </a:cubicBezTo>
                <a:cubicBezTo>
                  <a:pt x="297056" y="1505003"/>
                  <a:pt x="337121" y="1579673"/>
                  <a:pt x="403895" y="1558274"/>
                </a:cubicBezTo>
                <a:cubicBezTo>
                  <a:pt x="321420" y="1493619"/>
                  <a:pt x="230281" y="1472448"/>
                  <a:pt x="170546" y="1386396"/>
                </a:cubicBezTo>
                <a:cubicBezTo>
                  <a:pt x="184261" y="1366817"/>
                  <a:pt x="197977" y="1385030"/>
                  <a:pt x="209707" y="1377746"/>
                </a:cubicBezTo>
                <a:cubicBezTo>
                  <a:pt x="209346" y="1373192"/>
                  <a:pt x="210250" y="1366362"/>
                  <a:pt x="208083" y="1364314"/>
                </a:cubicBezTo>
                <a:cubicBezTo>
                  <a:pt x="163508" y="1317416"/>
                  <a:pt x="162784" y="1316279"/>
                  <a:pt x="210610" y="1281675"/>
                </a:cubicBezTo>
                <a:cubicBezTo>
                  <a:pt x="227394" y="1269609"/>
                  <a:pt x="225950" y="1258909"/>
                  <a:pt x="217108" y="1243657"/>
                </a:cubicBezTo>
                <a:cubicBezTo>
                  <a:pt x="210790" y="1232957"/>
                  <a:pt x="203211" y="1223395"/>
                  <a:pt x="206820" y="1199947"/>
                </a:cubicBezTo>
                <a:cubicBezTo>
                  <a:pt x="232988" y="1229998"/>
                  <a:pt x="359499" y="1220208"/>
                  <a:pt x="381877" y="1217021"/>
                </a:cubicBezTo>
                <a:cubicBezTo>
                  <a:pt x="406963" y="1213607"/>
                  <a:pt x="431688" y="1199037"/>
                  <a:pt x="458035" y="1207003"/>
                </a:cubicBezTo>
                <a:cubicBezTo>
                  <a:pt x="479150" y="1213381"/>
                  <a:pt x="576966" y="1275073"/>
                  <a:pt x="590863" y="1204273"/>
                </a:cubicBezTo>
                <a:cubicBezTo>
                  <a:pt x="591585" y="1200858"/>
                  <a:pt x="631107" y="1208826"/>
                  <a:pt x="652403" y="1212696"/>
                </a:cubicBezTo>
                <a:cubicBezTo>
                  <a:pt x="671172" y="1215883"/>
                  <a:pt x="692288" y="1229998"/>
                  <a:pt x="704920" y="1201769"/>
                </a:cubicBezTo>
                <a:cubicBezTo>
                  <a:pt x="712320" y="1185150"/>
                  <a:pt x="681820" y="1153051"/>
                  <a:pt x="654569" y="1150320"/>
                </a:cubicBezTo>
                <a:cubicBezTo>
                  <a:pt x="630926" y="1147814"/>
                  <a:pt x="606202" y="1144172"/>
                  <a:pt x="583643" y="1151001"/>
                </a:cubicBezTo>
                <a:cubicBezTo>
                  <a:pt x="555852" y="1159198"/>
                  <a:pt x="540873" y="1145995"/>
                  <a:pt x="533111" y="1117538"/>
                </a:cubicBezTo>
                <a:cubicBezTo>
                  <a:pt x="524450" y="1086122"/>
                  <a:pt x="507845" y="1071550"/>
                  <a:pt x="484926" y="1056980"/>
                </a:cubicBezTo>
                <a:cubicBezTo>
                  <a:pt x="429340" y="1021696"/>
                  <a:pt x="375921" y="980946"/>
                  <a:pt x="314922" y="960456"/>
                </a:cubicBezTo>
                <a:cubicBezTo>
                  <a:pt x="302830" y="956358"/>
                  <a:pt x="289476" y="950894"/>
                  <a:pt x="283881" y="923805"/>
                </a:cubicBezTo>
                <a:cubicBezTo>
                  <a:pt x="449013" y="964326"/>
                  <a:pt x="599526" y="1069958"/>
                  <a:pt x="769890" y="1063811"/>
                </a:cubicBezTo>
                <a:cubicBezTo>
                  <a:pt x="723329" y="1030346"/>
                  <a:pt x="669369" y="1028524"/>
                  <a:pt x="619738" y="1005076"/>
                </a:cubicBezTo>
                <a:cubicBezTo>
                  <a:pt x="654930" y="987546"/>
                  <a:pt x="687956" y="1005759"/>
                  <a:pt x="721344" y="1015777"/>
                </a:cubicBezTo>
                <a:cubicBezTo>
                  <a:pt x="749317" y="1023970"/>
                  <a:pt x="774583" y="1025337"/>
                  <a:pt x="777650" y="976393"/>
                </a:cubicBezTo>
                <a:cubicBezTo>
                  <a:pt x="776566" y="973205"/>
                  <a:pt x="776747" y="969107"/>
                  <a:pt x="776929" y="965238"/>
                </a:cubicBezTo>
                <a:cubicBezTo>
                  <a:pt x="767542" y="944976"/>
                  <a:pt x="752926" y="934504"/>
                  <a:pt x="735601" y="928584"/>
                </a:cubicBezTo>
                <a:cubicBezTo>
                  <a:pt x="725133" y="924942"/>
                  <a:pt x="711237" y="919478"/>
                  <a:pt x="711416" y="904909"/>
                </a:cubicBezTo>
                <a:cubicBezTo>
                  <a:pt x="711958" y="850955"/>
                  <a:pt x="678571" y="835246"/>
                  <a:pt x="645185" y="819539"/>
                </a:cubicBezTo>
                <a:cubicBezTo>
                  <a:pt x="663773" y="792676"/>
                  <a:pt x="678391" y="812481"/>
                  <a:pt x="692468" y="810433"/>
                </a:cubicBezTo>
                <a:cubicBezTo>
                  <a:pt x="701672" y="809067"/>
                  <a:pt x="709973" y="806563"/>
                  <a:pt x="709973" y="792676"/>
                </a:cubicBezTo>
                <a:cubicBezTo>
                  <a:pt x="710154" y="781065"/>
                  <a:pt x="705822" y="767861"/>
                  <a:pt x="696799" y="767635"/>
                </a:cubicBezTo>
                <a:cubicBezTo>
                  <a:pt x="640312" y="765585"/>
                  <a:pt x="609090" y="690914"/>
                  <a:pt x="550437" y="690687"/>
                </a:cubicBezTo>
                <a:cubicBezTo>
                  <a:pt x="515425" y="690687"/>
                  <a:pt x="568666" y="648572"/>
                  <a:pt x="539068" y="631042"/>
                </a:cubicBezTo>
                <a:cubicBezTo>
                  <a:pt x="532570" y="627171"/>
                  <a:pt x="556032" y="621254"/>
                  <a:pt x="566500" y="622164"/>
                </a:cubicBezTo>
                <a:cubicBezTo>
                  <a:pt x="576786" y="623074"/>
                  <a:pt x="585990" y="634229"/>
                  <a:pt x="598443" y="626261"/>
                </a:cubicBezTo>
                <a:cubicBezTo>
                  <a:pt x="605300" y="597806"/>
                  <a:pt x="587615" y="587332"/>
                  <a:pt x="572996" y="579365"/>
                </a:cubicBezTo>
                <a:cubicBezTo>
                  <a:pt x="539247" y="560925"/>
                  <a:pt x="506402" y="538615"/>
                  <a:pt x="469405" y="532013"/>
                </a:cubicBezTo>
                <a:cubicBezTo>
                  <a:pt x="456232" y="529737"/>
                  <a:pt x="488355" y="499231"/>
                  <a:pt x="494671" y="488532"/>
                </a:cubicBezTo>
                <a:cubicBezTo>
                  <a:pt x="345782" y="376071"/>
                  <a:pt x="166756" y="381762"/>
                  <a:pt x="0" y="290928"/>
                </a:cubicBezTo>
                <a:cubicBezTo>
                  <a:pt x="36817" y="273173"/>
                  <a:pt x="63887" y="286148"/>
                  <a:pt x="88973" y="288880"/>
                </a:cubicBezTo>
                <a:cubicBezTo>
                  <a:pt x="151595" y="295708"/>
                  <a:pt x="213498" y="309822"/>
                  <a:pt x="275940" y="318246"/>
                </a:cubicBezTo>
                <a:cubicBezTo>
                  <a:pt x="306620" y="322344"/>
                  <a:pt x="335134" y="337824"/>
                  <a:pt x="369424" y="313239"/>
                </a:cubicBezTo>
                <a:cubicBezTo>
                  <a:pt x="392343" y="296847"/>
                  <a:pt x="428980" y="314604"/>
                  <a:pt x="457133" y="329174"/>
                </a:cubicBezTo>
                <a:cubicBezTo>
                  <a:pt x="480414" y="341238"/>
                  <a:pt x="502612" y="344425"/>
                  <a:pt x="533474" y="329174"/>
                </a:cubicBezTo>
                <a:cubicBezTo>
                  <a:pt x="505501" y="319841"/>
                  <a:pt x="484023" y="311645"/>
                  <a:pt x="462006" y="305953"/>
                </a:cubicBezTo>
                <a:cubicBezTo>
                  <a:pt x="444501" y="301400"/>
                  <a:pt x="486189" y="282960"/>
                  <a:pt x="507484" y="285237"/>
                </a:cubicBezTo>
                <a:cubicBezTo>
                  <a:pt x="537263" y="288423"/>
                  <a:pt x="520479" y="276586"/>
                  <a:pt x="515425" y="260195"/>
                </a:cubicBezTo>
                <a:cubicBezTo>
                  <a:pt x="510012" y="242665"/>
                  <a:pt x="526074" y="237203"/>
                  <a:pt x="536180" y="240844"/>
                </a:cubicBezTo>
                <a:cubicBezTo>
                  <a:pt x="574980" y="255187"/>
                  <a:pt x="613602" y="229917"/>
                  <a:pt x="653668" y="250407"/>
                </a:cubicBezTo>
                <a:cubicBezTo>
                  <a:pt x="643561" y="199867"/>
                  <a:pt x="621723" y="177784"/>
                  <a:pt x="576064" y="170726"/>
                </a:cubicBezTo>
                <a:cubicBezTo>
                  <a:pt x="558919" y="167996"/>
                  <a:pt x="541053" y="172093"/>
                  <a:pt x="526254" y="157522"/>
                </a:cubicBezTo>
                <a:cubicBezTo>
                  <a:pt x="517771" y="149101"/>
                  <a:pt x="508207" y="139084"/>
                  <a:pt x="514884" y="123603"/>
                </a:cubicBezTo>
                <a:cubicBezTo>
                  <a:pt x="519577" y="112674"/>
                  <a:pt x="529684" y="112674"/>
                  <a:pt x="537985" y="116318"/>
                </a:cubicBezTo>
                <a:cubicBezTo>
                  <a:pt x="575162" y="132483"/>
                  <a:pt x="613963" y="138400"/>
                  <a:pt x="652764" y="144320"/>
                </a:cubicBezTo>
                <a:cubicBezTo>
                  <a:pt x="658720" y="145230"/>
                  <a:pt x="665397" y="148191"/>
                  <a:pt x="672075" y="133164"/>
                </a:cubicBezTo>
                <a:cubicBezTo>
                  <a:pt x="599526" y="108805"/>
                  <a:pt x="530585" y="74202"/>
                  <a:pt x="456051" y="60770"/>
                </a:cubicBezTo>
                <a:cubicBezTo>
                  <a:pt x="457133" y="54397"/>
                  <a:pt x="458215" y="48022"/>
                  <a:pt x="459299" y="41649"/>
                </a:cubicBezTo>
                <a:cubicBezTo>
                  <a:pt x="517591" y="50753"/>
                  <a:pt x="575884" y="59859"/>
                  <a:pt x="649515" y="71243"/>
                </a:cubicBezTo>
                <a:cubicBezTo>
                  <a:pt x="604218" y="35045"/>
                  <a:pt x="561446" y="47111"/>
                  <a:pt x="527879" y="15013"/>
                </a:cubicBezTo>
                <a:cubicBezTo>
                  <a:pt x="534195" y="2833"/>
                  <a:pt x="541820" y="-241"/>
                  <a:pt x="549716" y="15"/>
                </a:cubicBezTo>
                <a:close/>
              </a:path>
            </a:pathLst>
          </a:custGeom>
        </p:spPr>
      </p:pic>
      <p:pic>
        <p:nvPicPr>
          <p:cNvPr id="4" name="Рисунок 3" descr="Изображение выглядит как мультфильм, текст, снимок экрана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4069ABA-FA0B-DA8B-0DC6-4DA070178E1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400" r="7541" b="-8"/>
          <a:stretch>
            <a:fillRect/>
          </a:stretch>
        </p:blipFill>
        <p:spPr>
          <a:xfrm>
            <a:off x="7621024" y="-5"/>
            <a:ext cx="4579876" cy="3536502"/>
          </a:xfrm>
          <a:custGeom>
            <a:avLst/>
            <a:gdLst/>
            <a:ahLst/>
            <a:cxnLst/>
            <a:rect l="l" t="t" r="r" b="b"/>
            <a:pathLst>
              <a:path w="4579876" h="3536502">
                <a:moveTo>
                  <a:pt x="457312" y="0"/>
                </a:moveTo>
                <a:lnTo>
                  <a:pt x="4579876" y="0"/>
                </a:lnTo>
                <a:lnTo>
                  <a:pt x="4579876" y="3057029"/>
                </a:lnTo>
                <a:lnTo>
                  <a:pt x="4508441" y="3086568"/>
                </a:lnTo>
                <a:cubicBezTo>
                  <a:pt x="4391572" y="3126663"/>
                  <a:pt x="4301124" y="3221848"/>
                  <a:pt x="4183947" y="3271738"/>
                </a:cubicBezTo>
                <a:cubicBezTo>
                  <a:pt x="4099090" y="3307854"/>
                  <a:pt x="4017967" y="3354374"/>
                  <a:pt x="3930625" y="3387123"/>
                </a:cubicBezTo>
                <a:cubicBezTo>
                  <a:pt x="3723932" y="3464557"/>
                  <a:pt x="3513195" y="3526689"/>
                  <a:pt x="3290337" y="3535564"/>
                </a:cubicBezTo>
                <a:cubicBezTo>
                  <a:pt x="3106332" y="3542605"/>
                  <a:pt x="1510274" y="3535872"/>
                  <a:pt x="861903" y="2528615"/>
                </a:cubicBezTo>
                <a:cubicBezTo>
                  <a:pt x="849470" y="2523717"/>
                  <a:pt x="835485" y="2510862"/>
                  <a:pt x="831133" y="2498619"/>
                </a:cubicBezTo>
                <a:cubicBezTo>
                  <a:pt x="810307" y="2441385"/>
                  <a:pt x="759333" y="2416594"/>
                  <a:pt x="713333" y="2385682"/>
                </a:cubicBezTo>
                <a:cubicBezTo>
                  <a:pt x="672925" y="2358442"/>
                  <a:pt x="630030" y="2329978"/>
                  <a:pt x="613246" y="2284067"/>
                </a:cubicBezTo>
                <a:cubicBezTo>
                  <a:pt x="591179" y="2222855"/>
                  <a:pt x="653963" y="2273050"/>
                  <a:pt x="665465" y="2249789"/>
                </a:cubicBezTo>
                <a:cubicBezTo>
                  <a:pt x="641532" y="2217960"/>
                  <a:pt x="604543" y="2188882"/>
                  <a:pt x="594908" y="2152767"/>
                </a:cubicBezTo>
                <a:cubicBezTo>
                  <a:pt x="559787" y="2022383"/>
                  <a:pt x="483946" y="1927503"/>
                  <a:pt x="370497" y="1853742"/>
                </a:cubicBezTo>
                <a:cubicBezTo>
                  <a:pt x="337861" y="1832624"/>
                  <a:pt x="316415" y="1794059"/>
                  <a:pt x="271969" y="1787940"/>
                </a:cubicBezTo>
                <a:cubicBezTo>
                  <a:pt x="173127" y="1774472"/>
                  <a:pt x="204209" y="1669186"/>
                  <a:pt x="151990" y="1622358"/>
                </a:cubicBezTo>
                <a:cubicBezTo>
                  <a:pt x="142044" y="1613481"/>
                  <a:pt x="133031" y="1596037"/>
                  <a:pt x="134895" y="1584102"/>
                </a:cubicBezTo>
                <a:cubicBezTo>
                  <a:pt x="137691" y="1566959"/>
                  <a:pt x="149504" y="1550739"/>
                  <a:pt x="159450" y="1535435"/>
                </a:cubicBezTo>
                <a:cubicBezTo>
                  <a:pt x="169708" y="1520133"/>
                  <a:pt x="185247" y="1506664"/>
                  <a:pt x="177788" y="1486465"/>
                </a:cubicBezTo>
                <a:cubicBezTo>
                  <a:pt x="174683" y="1478202"/>
                  <a:pt x="176855" y="1449432"/>
                  <a:pt x="153856" y="1472079"/>
                </a:cubicBezTo>
                <a:cubicBezTo>
                  <a:pt x="90760" y="1534212"/>
                  <a:pt x="54082" y="1475449"/>
                  <a:pt x="0" y="1447289"/>
                </a:cubicBezTo>
                <a:cubicBezTo>
                  <a:pt x="43515" y="1418212"/>
                  <a:pt x="82677" y="1397707"/>
                  <a:pt x="89205" y="1354247"/>
                </a:cubicBezTo>
                <a:cubicBezTo>
                  <a:pt x="102570" y="1264569"/>
                  <a:pt x="159758" y="1223557"/>
                  <a:pt x="246479" y="1215599"/>
                </a:cubicBezTo>
                <a:cubicBezTo>
                  <a:pt x="214465" y="1128983"/>
                  <a:pt x="214465" y="1128983"/>
                  <a:pt x="317968" y="1117045"/>
                </a:cubicBezTo>
                <a:cubicBezTo>
                  <a:pt x="278183" y="1061955"/>
                  <a:pt x="278183" y="1047876"/>
                  <a:pt x="326362" y="1028900"/>
                </a:cubicBezTo>
                <a:cubicBezTo>
                  <a:pt x="372673" y="1010841"/>
                  <a:pt x="423957" y="1004720"/>
                  <a:pt x="466852" y="976870"/>
                </a:cubicBezTo>
                <a:cubicBezTo>
                  <a:pt x="427377" y="906475"/>
                  <a:pt x="416188" y="824756"/>
                  <a:pt x="334754" y="790475"/>
                </a:cubicBezTo>
                <a:cubicBezTo>
                  <a:pt x="322010" y="785272"/>
                  <a:pt x="313307" y="764154"/>
                  <a:pt x="321386" y="751912"/>
                </a:cubicBezTo>
                <a:cubicBezTo>
                  <a:pt x="350915" y="707534"/>
                  <a:pt x="308644" y="623365"/>
                  <a:pt x="400645" y="613877"/>
                </a:cubicBezTo>
                <a:cubicBezTo>
                  <a:pt x="412147" y="612959"/>
                  <a:pt x="422716" y="603776"/>
                  <a:pt x="413701" y="591839"/>
                </a:cubicBezTo>
                <a:cubicBezTo>
                  <a:pt x="382618" y="550216"/>
                  <a:pt x="420228" y="552969"/>
                  <a:pt x="442917" y="547767"/>
                </a:cubicBezTo>
                <a:cubicBezTo>
                  <a:pt x="470271" y="541341"/>
                  <a:pt x="501353" y="559703"/>
                  <a:pt x="526840" y="537055"/>
                </a:cubicBezTo>
                <a:cubicBezTo>
                  <a:pt x="520932" y="513181"/>
                  <a:pt x="498866" y="513487"/>
                  <a:pt x="483325" y="505836"/>
                </a:cubicBezTo>
                <a:cubicBezTo>
                  <a:pt x="437946" y="483799"/>
                  <a:pt x="400956" y="457479"/>
                  <a:pt x="398780" y="400243"/>
                </a:cubicBezTo>
                <a:cubicBezTo>
                  <a:pt x="397229" y="354028"/>
                  <a:pt x="392255" y="313323"/>
                  <a:pt x="455041" y="299242"/>
                </a:cubicBezTo>
                <a:cubicBezTo>
                  <a:pt x="481149" y="293426"/>
                  <a:pt x="473687" y="260067"/>
                  <a:pt x="458769" y="243538"/>
                </a:cubicBezTo>
                <a:cubicBezTo>
                  <a:pt x="432038" y="214157"/>
                  <a:pt x="409972" y="174981"/>
                  <a:pt x="363969" y="172227"/>
                </a:cubicBezTo>
                <a:cubicBezTo>
                  <a:pt x="335995" y="170391"/>
                  <a:pt x="314549" y="158146"/>
                  <a:pt x="292481" y="144069"/>
                </a:cubicBezTo>
                <a:cubicBezTo>
                  <a:pt x="276630" y="133966"/>
                  <a:pt x="257670" y="125398"/>
                  <a:pt x="259534" y="103668"/>
                </a:cubicBezTo>
                <a:cubicBezTo>
                  <a:pt x="261399" y="82855"/>
                  <a:pt x="279736" y="74286"/>
                  <a:pt x="298387" y="70001"/>
                </a:cubicBezTo>
                <a:cubicBezTo>
                  <a:pt x="345011" y="59672"/>
                  <a:pt x="389535" y="45726"/>
                  <a:pt x="430782" y="19902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4379071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3684CCF-CEBB-4D8E-A366-95E43D4C7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3A3E53-5FE8-E122-A84C-8CDE12114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45810"/>
            <a:ext cx="4960945" cy="1325563"/>
          </a:xfrm>
        </p:spPr>
        <p:txBody>
          <a:bodyPr>
            <a:normAutofit/>
          </a:bodyPr>
          <a:lstStyle/>
          <a:p>
            <a:r>
              <a:rPr lang="ru-RU" sz="3100">
                <a:latin typeface="Arial Black"/>
              </a:rPr>
              <a:t>Анализ предметной области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12668F1-F17C-6FAB-1BF3-EEFDA64F1E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4933462" cy="4351338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ru-RU" sz="2400" dirty="0">
                <a:solidFill>
                  <a:srgbClr val="FF0000"/>
                </a:solidFill>
                <a:latin typeface="Arial Black"/>
                <a:ea typeface="+mn-lt"/>
                <a:cs typeface="+mn-lt"/>
              </a:rPr>
              <a:t>В системе участвуют:</a:t>
            </a:r>
            <a:endParaRPr lang="ru-RU" sz="2400" dirty="0">
              <a:solidFill>
                <a:srgbClr val="FF0000"/>
              </a:solidFill>
              <a:latin typeface="Arial Black"/>
            </a:endParaRPr>
          </a:p>
          <a:p>
            <a:pPr marL="0" indent="0">
              <a:buNone/>
            </a:pPr>
            <a:r>
              <a:rPr lang="ru-RU" sz="2400" dirty="0">
                <a:latin typeface="Arial Black"/>
                <a:ea typeface="+mn-lt"/>
                <a:cs typeface="+mn-lt"/>
              </a:rPr>
              <a:t> - Клиенты </a:t>
            </a:r>
            <a:r>
              <a:rPr lang="ru-RU" sz="2400" dirty="0">
                <a:solidFill>
                  <a:schemeClr val="bg2">
                    <a:lumMod val="49000"/>
                  </a:schemeClr>
                </a:solidFill>
                <a:latin typeface="Arial Black"/>
                <a:ea typeface="+mn-lt"/>
                <a:cs typeface="+mn-lt"/>
              </a:rPr>
              <a:t>(оформляют заказы),</a:t>
            </a:r>
            <a:endParaRPr lang="ru-RU" sz="2400" dirty="0">
              <a:solidFill>
                <a:schemeClr val="bg2">
                  <a:lumMod val="49000"/>
                </a:schemeClr>
              </a:solidFill>
              <a:latin typeface="Arial Black"/>
            </a:endParaRPr>
          </a:p>
          <a:p>
            <a:pPr marL="0" indent="0">
              <a:buNone/>
            </a:pPr>
            <a:r>
              <a:rPr lang="ru-RU" sz="2400" dirty="0">
                <a:latin typeface="Arial Black"/>
                <a:ea typeface="+mn-lt"/>
                <a:cs typeface="+mn-lt"/>
              </a:rPr>
              <a:t> - Курьеры</a:t>
            </a:r>
            <a:r>
              <a:rPr lang="ru-RU" sz="2400" dirty="0">
                <a:solidFill>
                  <a:schemeClr val="bg2">
                    <a:lumMod val="49000"/>
                  </a:schemeClr>
                </a:solidFill>
                <a:latin typeface="Arial Black"/>
                <a:ea typeface="+mn-lt"/>
                <a:cs typeface="+mn-lt"/>
              </a:rPr>
              <a:t> (доставляют заказы)</a:t>
            </a:r>
          </a:p>
          <a:p>
            <a:pPr marL="0" indent="0">
              <a:buNone/>
            </a:pPr>
            <a:r>
              <a:rPr lang="ru-RU" sz="2400" dirty="0">
                <a:latin typeface="Arial Black"/>
                <a:ea typeface="+mn-lt"/>
                <a:cs typeface="+mn-lt"/>
              </a:rPr>
              <a:t>-Заказы</a:t>
            </a:r>
            <a:r>
              <a:rPr lang="ru-RU" sz="2400" dirty="0">
                <a:solidFill>
                  <a:schemeClr val="bg2">
                    <a:lumMod val="49000"/>
                  </a:schemeClr>
                </a:solidFill>
                <a:latin typeface="Arial Black"/>
                <a:ea typeface="+mn-lt"/>
                <a:cs typeface="+mn-lt"/>
              </a:rPr>
              <a:t> (содержат товары и - информацию о доставке),</a:t>
            </a:r>
            <a:endParaRPr lang="ru-RU" sz="2400" dirty="0">
              <a:solidFill>
                <a:schemeClr val="bg2">
                  <a:lumMod val="49000"/>
                </a:schemeClr>
              </a:solidFill>
              <a:latin typeface="Arial Black"/>
            </a:endParaRPr>
          </a:p>
          <a:p>
            <a:pPr marL="0" indent="0">
              <a:buNone/>
            </a:pPr>
            <a:r>
              <a:rPr lang="ru-RU" sz="2400" dirty="0">
                <a:latin typeface="Arial Black"/>
                <a:ea typeface="+mn-lt"/>
                <a:cs typeface="+mn-lt"/>
              </a:rPr>
              <a:t>-Транспорт и Товары.</a:t>
            </a:r>
            <a:endParaRPr lang="ru-RU" sz="2400" dirty="0">
              <a:latin typeface="Arial Black"/>
            </a:endParaRPr>
          </a:p>
          <a:p>
            <a:pPr marL="0" indent="0">
              <a:buNone/>
            </a:pPr>
            <a:r>
              <a:rPr lang="ru-RU" sz="2400" dirty="0">
                <a:latin typeface="Arial Black"/>
                <a:ea typeface="+mn-lt"/>
                <a:cs typeface="+mn-lt"/>
              </a:rPr>
              <a:t>Эти данные </a:t>
            </a:r>
            <a:r>
              <a:rPr lang="ru-RU" sz="2400" dirty="0">
                <a:solidFill>
                  <a:schemeClr val="bg2">
                    <a:lumMod val="49000"/>
                  </a:schemeClr>
                </a:solidFill>
                <a:latin typeface="Arial Black"/>
                <a:ea typeface="+mn-lt"/>
                <a:cs typeface="+mn-lt"/>
              </a:rPr>
              <a:t>связаны между собой в единую структуру базы данных.</a:t>
            </a:r>
            <a:endParaRPr lang="ru-RU" sz="2400" dirty="0">
              <a:solidFill>
                <a:schemeClr val="bg2">
                  <a:lumMod val="49000"/>
                </a:schemeClr>
              </a:solidFill>
              <a:latin typeface="Arial Black"/>
            </a:endParaRPr>
          </a:p>
        </p:txBody>
      </p:sp>
      <p:pic>
        <p:nvPicPr>
          <p:cNvPr id="4" name="Рисунок 3" descr="Изображение выглядит как одежда, улыбка, человек, мальч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2B8E2CB-4D74-5B0A-1E16-1C95146383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645" r="25124" b="-2"/>
          <a:stretch>
            <a:fillRect/>
          </a:stretch>
        </p:blipFill>
        <p:spPr>
          <a:xfrm>
            <a:off x="6863996" y="3154859"/>
            <a:ext cx="4030579" cy="3703141"/>
          </a:xfrm>
          <a:custGeom>
            <a:avLst/>
            <a:gdLst/>
            <a:ahLst/>
            <a:cxnLst/>
            <a:rect l="l" t="t" r="r" b="b"/>
            <a:pathLst>
              <a:path w="4030579" h="3703141">
                <a:moveTo>
                  <a:pt x="2015289" y="0"/>
                </a:moveTo>
                <a:cubicBezTo>
                  <a:pt x="3128303" y="0"/>
                  <a:pt x="4030579" y="902277"/>
                  <a:pt x="4030579" y="2015290"/>
                </a:cubicBezTo>
                <a:cubicBezTo>
                  <a:pt x="4030579" y="2710923"/>
                  <a:pt x="3678127" y="3324237"/>
                  <a:pt x="3142057" y="3686399"/>
                </a:cubicBezTo>
                <a:lnTo>
                  <a:pt x="3114499" y="3703141"/>
                </a:lnTo>
                <a:lnTo>
                  <a:pt x="916080" y="3703141"/>
                </a:lnTo>
                <a:lnTo>
                  <a:pt x="888522" y="3686399"/>
                </a:lnTo>
                <a:cubicBezTo>
                  <a:pt x="352452" y="3324237"/>
                  <a:pt x="0" y="2710923"/>
                  <a:pt x="0" y="2015290"/>
                </a:cubicBezTo>
                <a:cubicBezTo>
                  <a:pt x="0" y="902277"/>
                  <a:pt x="902277" y="0"/>
                  <a:pt x="2015289" y="0"/>
                </a:cubicBezTo>
                <a:close/>
              </a:path>
            </a:pathLst>
          </a:custGeom>
        </p:spPr>
      </p:pic>
      <p:sp>
        <p:nvSpPr>
          <p:cNvPr id="13" name="Arc 12">
            <a:extLst>
              <a:ext uri="{FF2B5EF4-FFF2-40B4-BE49-F238E27FC236}">
                <a16:creationId xmlns:a16="http://schemas.microsoft.com/office/drawing/2014/main" id="{70BEB1E7-2F88-40BC-B73D-42E5B6F80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4759070" flipV="1">
            <a:off x="6010869" y="-729072"/>
            <a:ext cx="4083433" cy="4083433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Рисунок 5" descr="Изображение выглядит как транспортное средство, Наземный транспорт, грузовик, Грузовой транспор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83099DD-4D8A-FB2A-76A7-BC676032C42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940" r="3864" b="-3"/>
          <a:stretch>
            <a:fillRect/>
          </a:stretch>
        </p:blipFill>
        <p:spPr>
          <a:xfrm>
            <a:off x="6305807" y="1"/>
            <a:ext cx="3519312" cy="3007909"/>
          </a:xfrm>
          <a:custGeom>
            <a:avLst/>
            <a:gdLst/>
            <a:ahLst/>
            <a:cxnLst/>
            <a:rect l="l" t="t" r="r" b="b"/>
            <a:pathLst>
              <a:path w="3519312" h="3007909">
                <a:moveTo>
                  <a:pt x="519780" y="0"/>
                </a:moveTo>
                <a:lnTo>
                  <a:pt x="2999532" y="0"/>
                </a:lnTo>
                <a:lnTo>
                  <a:pt x="3003921" y="3989"/>
                </a:lnTo>
                <a:cubicBezTo>
                  <a:pt x="3322356" y="322424"/>
                  <a:pt x="3519312" y="762338"/>
                  <a:pt x="3519312" y="1248253"/>
                </a:cubicBezTo>
                <a:cubicBezTo>
                  <a:pt x="3519312" y="2220084"/>
                  <a:pt x="2731487" y="3007909"/>
                  <a:pt x="1759656" y="3007909"/>
                </a:cubicBezTo>
                <a:cubicBezTo>
                  <a:pt x="787826" y="3007909"/>
                  <a:pt x="0" y="2220084"/>
                  <a:pt x="0" y="1248253"/>
                </a:cubicBezTo>
                <a:cubicBezTo>
                  <a:pt x="0" y="762338"/>
                  <a:pt x="196957" y="322424"/>
                  <a:pt x="515392" y="3989"/>
                </a:cubicBezTo>
                <a:close/>
              </a:path>
            </a:pathLst>
          </a:custGeom>
        </p:spPr>
      </p:pic>
      <p:pic>
        <p:nvPicPr>
          <p:cNvPr id="5" name="Рисунок 4" descr="Изображение выглядит как одежда, мультфильм, мальчик, Модный аксессуар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20F083A-EBA5-2CC7-BB1A-18208572214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0810" r="15655" b="4"/>
          <a:stretch>
            <a:fillRect/>
          </a:stretch>
        </p:blipFill>
        <p:spPr>
          <a:xfrm>
            <a:off x="9933462" y="372217"/>
            <a:ext cx="2258539" cy="3554668"/>
          </a:xfrm>
          <a:custGeom>
            <a:avLst/>
            <a:gdLst/>
            <a:ahLst/>
            <a:cxnLst/>
            <a:rect l="l" t="t" r="r" b="b"/>
            <a:pathLst>
              <a:path w="2258539" h="3554668">
                <a:moveTo>
                  <a:pt x="1777334" y="0"/>
                </a:moveTo>
                <a:cubicBezTo>
                  <a:pt x="1900033" y="0"/>
                  <a:pt x="2019829" y="12434"/>
                  <a:pt x="2135529" y="36109"/>
                </a:cubicBezTo>
                <a:lnTo>
                  <a:pt x="2258539" y="67738"/>
                </a:lnTo>
                <a:lnTo>
                  <a:pt x="2258539" y="3486930"/>
                </a:lnTo>
                <a:lnTo>
                  <a:pt x="2135529" y="3518559"/>
                </a:lnTo>
                <a:cubicBezTo>
                  <a:pt x="2019829" y="3542235"/>
                  <a:pt x="1900033" y="3554668"/>
                  <a:pt x="1777334" y="3554668"/>
                </a:cubicBezTo>
                <a:cubicBezTo>
                  <a:pt x="795739" y="3554668"/>
                  <a:pt x="0" y="2758929"/>
                  <a:pt x="0" y="1777334"/>
                </a:cubicBezTo>
                <a:cubicBezTo>
                  <a:pt x="0" y="795740"/>
                  <a:pt x="795739" y="0"/>
                  <a:pt x="1777334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7792465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9F1FFA9-D672-408C-9220-ADEEC6ABD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BC956C-EE4F-D0A1-F85C-49C3225A0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3816095" cy="1938076"/>
          </a:xfrm>
        </p:spPr>
        <p:txBody>
          <a:bodyPr>
            <a:normAutofit/>
          </a:bodyPr>
          <a:lstStyle/>
          <a:p>
            <a:r>
              <a:rPr lang="ru-RU" dirty="0">
                <a:latin typeface="Arial Black"/>
              </a:rPr>
              <a:t>Структура базы данных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CD53511-70B2-ADE6-3E32-C23320AEBE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2482589"/>
            <a:ext cx="3816096" cy="3694373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ru-RU" sz="1400" dirty="0">
                <a:solidFill>
                  <a:srgbClr val="FF0000"/>
                </a:solidFill>
                <a:latin typeface="Arial Black"/>
                <a:ea typeface="+mn-lt"/>
                <a:cs typeface="+mn-lt"/>
              </a:rPr>
              <a:t>Основные таблицы:</a:t>
            </a:r>
            <a:endParaRPr lang="ru-RU" sz="1400" dirty="0">
              <a:solidFill>
                <a:srgbClr val="FF0000"/>
              </a:solidFill>
              <a:latin typeface="Arial Black"/>
            </a:endParaRPr>
          </a:p>
          <a:p>
            <a:pPr>
              <a:buNone/>
            </a:pPr>
            <a:r>
              <a:rPr lang="ru-RU" sz="1400" dirty="0">
                <a:latin typeface="Arial Black"/>
                <a:ea typeface="+mn-lt"/>
                <a:cs typeface="+mn-lt"/>
              </a:rPr>
              <a:t>- Клиенты</a:t>
            </a:r>
            <a:r>
              <a:rPr lang="ru-RU" sz="1400" dirty="0">
                <a:solidFill>
                  <a:schemeClr val="bg2">
                    <a:lumMod val="49000"/>
                  </a:schemeClr>
                </a:solidFill>
                <a:latin typeface="Arial Black"/>
                <a:ea typeface="+mn-lt"/>
                <a:cs typeface="+mn-lt"/>
              </a:rPr>
              <a:t> — ФИО, телефон, адрес</a:t>
            </a:r>
            <a:endParaRPr lang="ru-RU" sz="1400" dirty="0">
              <a:solidFill>
                <a:schemeClr val="bg2">
                  <a:lumMod val="49000"/>
                </a:schemeClr>
              </a:solidFill>
              <a:latin typeface="Arial Black"/>
            </a:endParaRPr>
          </a:p>
          <a:p>
            <a:pPr>
              <a:buNone/>
            </a:pPr>
            <a:r>
              <a:rPr lang="ru-RU" sz="1400" dirty="0">
                <a:latin typeface="Arial Black"/>
                <a:ea typeface="+mn-lt"/>
                <a:cs typeface="+mn-lt"/>
              </a:rPr>
              <a:t>- Курьеры — </a:t>
            </a:r>
            <a:r>
              <a:rPr lang="ru-RU" sz="1400" dirty="0">
                <a:solidFill>
                  <a:schemeClr val="bg2">
                    <a:lumMod val="49000"/>
                  </a:schemeClr>
                </a:solidFill>
                <a:latin typeface="Arial Black"/>
                <a:ea typeface="+mn-lt"/>
                <a:cs typeface="+mn-lt"/>
              </a:rPr>
              <a:t>ФИО, телефон, транспорт</a:t>
            </a:r>
            <a:endParaRPr lang="ru-RU" sz="1400" dirty="0">
              <a:solidFill>
                <a:schemeClr val="bg2">
                  <a:lumMod val="49000"/>
                </a:schemeClr>
              </a:solidFill>
              <a:latin typeface="Arial Black"/>
            </a:endParaRPr>
          </a:p>
          <a:p>
            <a:pPr>
              <a:buNone/>
            </a:pPr>
            <a:r>
              <a:rPr lang="ru-RU" sz="1400" dirty="0">
                <a:latin typeface="Arial Black"/>
                <a:ea typeface="+mn-lt"/>
                <a:cs typeface="+mn-lt"/>
              </a:rPr>
              <a:t>- Заказы — </a:t>
            </a:r>
            <a:r>
              <a:rPr lang="ru-RU" sz="1400" dirty="0">
                <a:solidFill>
                  <a:schemeClr val="bg2">
                    <a:lumMod val="49000"/>
                  </a:schemeClr>
                </a:solidFill>
                <a:latin typeface="Arial Black"/>
                <a:ea typeface="+mn-lt"/>
                <a:cs typeface="+mn-lt"/>
              </a:rPr>
              <a:t>дата, статус, ID клиента, ID Курьера</a:t>
            </a:r>
            <a:endParaRPr lang="ru-RU" sz="1400" dirty="0">
              <a:solidFill>
                <a:schemeClr val="bg2">
                  <a:lumMod val="49000"/>
                </a:schemeClr>
              </a:solidFill>
              <a:latin typeface="Arial Black"/>
            </a:endParaRPr>
          </a:p>
          <a:p>
            <a:pPr>
              <a:buFont typeface="Calibri" panose="020B0604020202020204" pitchFamily="34" charset="0"/>
              <a:buChar char="-"/>
            </a:pPr>
            <a:r>
              <a:rPr lang="ru-RU" sz="1400" dirty="0">
                <a:latin typeface="Arial Black"/>
                <a:ea typeface="+mn-lt"/>
                <a:cs typeface="+mn-lt"/>
              </a:rPr>
              <a:t>Детали заказа — </a:t>
            </a:r>
            <a:r>
              <a:rPr lang="ru-RU" sz="1400" dirty="0">
                <a:solidFill>
                  <a:schemeClr val="bg2">
                    <a:lumMod val="49000"/>
                  </a:schemeClr>
                </a:solidFill>
                <a:latin typeface="Arial Black"/>
                <a:ea typeface="+mn-lt"/>
                <a:cs typeface="+mn-lt"/>
              </a:rPr>
              <a:t>ID Заказа, ID Товара, Количество</a:t>
            </a:r>
          </a:p>
          <a:p>
            <a:pPr>
              <a:buNone/>
            </a:pPr>
            <a:r>
              <a:rPr lang="ru-RU" sz="1400" dirty="0">
                <a:latin typeface="Arial Black"/>
                <a:ea typeface="+mn-lt"/>
                <a:cs typeface="+mn-lt"/>
              </a:rPr>
              <a:t>- Товары — </a:t>
            </a:r>
            <a:r>
              <a:rPr lang="ru-RU" sz="1400" dirty="0">
                <a:solidFill>
                  <a:schemeClr val="bg2">
                    <a:lumMod val="49000"/>
                  </a:schemeClr>
                </a:solidFill>
                <a:latin typeface="Arial Black"/>
                <a:ea typeface="+mn-lt"/>
                <a:cs typeface="+mn-lt"/>
              </a:rPr>
              <a:t>название, цена, вес</a:t>
            </a:r>
          </a:p>
          <a:p>
            <a:pPr>
              <a:buNone/>
            </a:pPr>
            <a:r>
              <a:rPr lang="ru-RU" sz="1400" dirty="0">
                <a:solidFill>
                  <a:srgbClr val="FF0000"/>
                </a:solidFill>
                <a:latin typeface="Arial Black"/>
                <a:ea typeface="+mn-lt"/>
                <a:cs typeface="+mn-lt"/>
              </a:rPr>
              <a:t>Связи: </a:t>
            </a:r>
            <a:r>
              <a:rPr lang="ru-RU" sz="1400" dirty="0">
                <a:latin typeface="Arial Black"/>
                <a:ea typeface="+mn-lt"/>
                <a:cs typeface="+mn-lt"/>
              </a:rPr>
              <a:t>один ко многим и многие ко многим.</a:t>
            </a:r>
            <a:endParaRPr lang="ru-RU" sz="1400" dirty="0">
              <a:latin typeface="Arial Black"/>
            </a:endParaRPr>
          </a:p>
        </p:txBody>
      </p:sp>
      <p:pic>
        <p:nvPicPr>
          <p:cNvPr id="5" name="Рисунок 4" descr="Изображение выглядит как мультфильм, искусство, черно-бел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01D9583-9A34-F22A-614F-614D4E808FE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464" b="19348"/>
          <a:stretch>
            <a:fillRect/>
          </a:stretch>
        </p:blipFill>
        <p:spPr>
          <a:xfrm>
            <a:off x="4726728" y="3660086"/>
            <a:ext cx="7472381" cy="3055043"/>
          </a:xfrm>
          <a:custGeom>
            <a:avLst/>
            <a:gdLst/>
            <a:ahLst/>
            <a:cxnLst/>
            <a:rect l="l" t="t" r="r" b="b"/>
            <a:pathLst>
              <a:path w="7472381" h="3055043">
                <a:moveTo>
                  <a:pt x="638975" y="0"/>
                </a:moveTo>
                <a:lnTo>
                  <a:pt x="7472381" y="0"/>
                </a:lnTo>
                <a:lnTo>
                  <a:pt x="7472381" y="2579984"/>
                </a:lnTo>
                <a:lnTo>
                  <a:pt x="7472381" y="3055043"/>
                </a:lnTo>
                <a:lnTo>
                  <a:pt x="6992676" y="3055043"/>
                </a:lnTo>
                <a:lnTo>
                  <a:pt x="1946893" y="3055043"/>
                </a:lnTo>
                <a:cubicBezTo>
                  <a:pt x="1801205" y="2983605"/>
                  <a:pt x="1662624" y="2897880"/>
                  <a:pt x="1506276" y="2855018"/>
                </a:cubicBezTo>
                <a:cubicBezTo>
                  <a:pt x="1399675" y="2826443"/>
                  <a:pt x="1296627" y="2776437"/>
                  <a:pt x="1314394" y="2626417"/>
                </a:cubicBezTo>
                <a:cubicBezTo>
                  <a:pt x="1317947" y="2583555"/>
                  <a:pt x="1289520" y="2551409"/>
                  <a:pt x="1246880" y="2562124"/>
                </a:cubicBezTo>
                <a:cubicBezTo>
                  <a:pt x="1165153" y="2583555"/>
                  <a:pt x="1126065" y="2522833"/>
                  <a:pt x="1079872" y="2476399"/>
                </a:cubicBezTo>
                <a:cubicBezTo>
                  <a:pt x="998144" y="2394247"/>
                  <a:pt x="919970" y="2308520"/>
                  <a:pt x="788495" y="2294233"/>
                </a:cubicBezTo>
                <a:cubicBezTo>
                  <a:pt x="813369" y="2229939"/>
                  <a:pt x="856009" y="2237083"/>
                  <a:pt x="895097" y="2251371"/>
                </a:cubicBezTo>
                <a:cubicBezTo>
                  <a:pt x="998144" y="2287090"/>
                  <a:pt x="1101192" y="2326380"/>
                  <a:pt x="1204239" y="2362099"/>
                </a:cubicBezTo>
                <a:cubicBezTo>
                  <a:pt x="1271754" y="2383530"/>
                  <a:pt x="1339267" y="2415677"/>
                  <a:pt x="1428102" y="2390674"/>
                </a:cubicBezTo>
                <a:cubicBezTo>
                  <a:pt x="1349928" y="2262087"/>
                  <a:pt x="1218453" y="2237083"/>
                  <a:pt x="1111852" y="2197793"/>
                </a:cubicBezTo>
                <a:cubicBezTo>
                  <a:pt x="980377" y="2147787"/>
                  <a:pt x="902203" y="2054918"/>
                  <a:pt x="806262" y="1947762"/>
                </a:cubicBezTo>
                <a:cubicBezTo>
                  <a:pt x="902203" y="1919187"/>
                  <a:pt x="962610" y="1997768"/>
                  <a:pt x="1040785" y="1994196"/>
                </a:cubicBezTo>
                <a:cubicBezTo>
                  <a:pt x="1044338" y="1983480"/>
                  <a:pt x="1051445" y="1962049"/>
                  <a:pt x="1051445" y="1962049"/>
                </a:cubicBezTo>
                <a:cubicBezTo>
                  <a:pt x="923523" y="1904899"/>
                  <a:pt x="866670" y="1797743"/>
                  <a:pt x="845349" y="1665583"/>
                </a:cubicBezTo>
                <a:cubicBezTo>
                  <a:pt x="838243" y="1597718"/>
                  <a:pt x="792049" y="1576287"/>
                  <a:pt x="745855" y="1544140"/>
                </a:cubicBezTo>
                <a:cubicBezTo>
                  <a:pt x="589507" y="1433411"/>
                  <a:pt x="422499" y="1333399"/>
                  <a:pt x="291024" y="1183381"/>
                </a:cubicBezTo>
                <a:cubicBezTo>
                  <a:pt x="443819" y="1201239"/>
                  <a:pt x="564633" y="1301252"/>
                  <a:pt x="724535" y="1344115"/>
                </a:cubicBezTo>
                <a:cubicBezTo>
                  <a:pt x="596614" y="1179808"/>
                  <a:pt x="429605" y="1094083"/>
                  <a:pt x="276811" y="994071"/>
                </a:cubicBezTo>
                <a:cubicBezTo>
                  <a:pt x="205743" y="947637"/>
                  <a:pt x="141783" y="890486"/>
                  <a:pt x="60055" y="865484"/>
                </a:cubicBezTo>
                <a:cubicBezTo>
                  <a:pt x="31628" y="858340"/>
                  <a:pt x="-18119" y="840481"/>
                  <a:pt x="6755" y="790474"/>
                </a:cubicBezTo>
                <a:cubicBezTo>
                  <a:pt x="28075" y="747612"/>
                  <a:pt x="67162" y="761900"/>
                  <a:pt x="102696" y="772614"/>
                </a:cubicBezTo>
                <a:cubicBezTo>
                  <a:pt x="187976" y="801190"/>
                  <a:pt x="280364" y="801190"/>
                  <a:pt x="397625" y="801190"/>
                </a:cubicBezTo>
                <a:cubicBezTo>
                  <a:pt x="298131" y="665458"/>
                  <a:pt x="116909" y="708321"/>
                  <a:pt x="31628" y="565446"/>
                </a:cubicBezTo>
                <a:cubicBezTo>
                  <a:pt x="138229" y="540444"/>
                  <a:pt x="219957" y="590450"/>
                  <a:pt x="305237" y="601165"/>
                </a:cubicBezTo>
                <a:cubicBezTo>
                  <a:pt x="383412" y="611881"/>
                  <a:pt x="401178" y="586877"/>
                  <a:pt x="383412" y="508296"/>
                </a:cubicBezTo>
                <a:cubicBezTo>
                  <a:pt x="354985" y="386853"/>
                  <a:pt x="397625" y="326130"/>
                  <a:pt x="511333" y="358278"/>
                </a:cubicBezTo>
                <a:cubicBezTo>
                  <a:pt x="617934" y="390424"/>
                  <a:pt x="628594" y="343990"/>
                  <a:pt x="600167" y="276124"/>
                </a:cubicBezTo>
                <a:cubicBezTo>
                  <a:pt x="557527" y="176112"/>
                  <a:pt x="603720" y="97531"/>
                  <a:pt x="635701" y="11805"/>
                </a:cubicBezTo>
                <a:close/>
              </a:path>
            </a:pathLst>
          </a:cu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2A29DAC-667E-78E0-1599-450AF9198F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6063" y="-4762"/>
            <a:ext cx="5610225" cy="3667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6145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D96FDFD-4E42-4A06-B8B5-768A1DB9C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AA2B7B-42D6-CBFF-47E8-4328653B4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1368" y="371719"/>
            <a:ext cx="6125964" cy="1906863"/>
          </a:xfrm>
        </p:spPr>
        <p:txBody>
          <a:bodyPr anchor="b">
            <a:normAutofit/>
          </a:bodyPr>
          <a:lstStyle/>
          <a:p>
            <a:r>
              <a:rPr lang="ru-RU" dirty="0">
                <a:latin typeface="Arial Black"/>
              </a:rPr>
              <a:t>Реализация в MS Access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6AF67C-301B-C22C-60EC-4BE32A9BAD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1368" y="2711395"/>
            <a:ext cx="4114801" cy="3465568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ru-RU" sz="2000" dirty="0">
                <a:latin typeface="Arial Black"/>
                <a:ea typeface="+mn-lt"/>
                <a:cs typeface="+mn-lt"/>
              </a:rPr>
              <a:t>База данных создана в </a:t>
            </a:r>
            <a:r>
              <a:rPr lang="ru-RU" sz="2000" dirty="0">
                <a:solidFill>
                  <a:srgbClr val="FF0000"/>
                </a:solidFill>
                <a:latin typeface="Arial Black"/>
                <a:ea typeface="+mn-lt"/>
                <a:cs typeface="+mn-lt"/>
              </a:rPr>
              <a:t>MS Access.</a:t>
            </a:r>
            <a:endParaRPr lang="ru-RU" sz="2000" dirty="0">
              <a:solidFill>
                <a:srgbClr val="FF0000"/>
              </a:solidFill>
              <a:latin typeface="Arial Black"/>
            </a:endParaRPr>
          </a:p>
          <a:p>
            <a:pPr marL="0" indent="0">
              <a:buNone/>
            </a:pPr>
            <a:r>
              <a:rPr lang="ru-RU" sz="2000" dirty="0">
                <a:latin typeface="Arial Black"/>
                <a:ea typeface="+mn-lt"/>
                <a:cs typeface="+mn-lt"/>
              </a:rPr>
              <a:t>Созданы таблицы, настроены </a:t>
            </a:r>
            <a:r>
              <a:rPr lang="ru-RU" sz="2000" dirty="0">
                <a:solidFill>
                  <a:schemeClr val="bg2">
                    <a:lumMod val="49000"/>
                  </a:schemeClr>
                </a:solidFill>
                <a:latin typeface="Arial Black"/>
                <a:ea typeface="+mn-lt"/>
                <a:cs typeface="+mn-lt"/>
              </a:rPr>
              <a:t>связи и формы.</a:t>
            </a:r>
            <a:endParaRPr lang="ru-RU" sz="2000" dirty="0">
              <a:solidFill>
                <a:schemeClr val="bg2">
                  <a:lumMod val="49000"/>
                </a:schemeClr>
              </a:solidFill>
              <a:latin typeface="Arial Black"/>
            </a:endParaRPr>
          </a:p>
          <a:p>
            <a:pPr marL="0" indent="0">
              <a:buNone/>
            </a:pPr>
            <a:r>
              <a:rPr lang="ru-RU" sz="2000" dirty="0">
                <a:solidFill>
                  <a:srgbClr val="FF0000"/>
                </a:solidFill>
                <a:latin typeface="Arial Black"/>
                <a:ea typeface="+mn-lt"/>
                <a:cs typeface="+mn-lt"/>
              </a:rPr>
              <a:t>Формы</a:t>
            </a:r>
            <a:r>
              <a:rPr lang="ru-RU" sz="2000" dirty="0">
                <a:latin typeface="Arial Black"/>
                <a:ea typeface="+mn-lt"/>
                <a:cs typeface="+mn-lt"/>
              </a:rPr>
              <a:t> позволяют добавлять, редактировать </a:t>
            </a:r>
            <a:r>
              <a:rPr lang="ru-RU" sz="2000" dirty="0">
                <a:solidFill>
                  <a:schemeClr val="bg2">
                    <a:lumMod val="49000"/>
                  </a:schemeClr>
                </a:solidFill>
                <a:latin typeface="Arial Black"/>
                <a:ea typeface="+mn-lt"/>
                <a:cs typeface="+mn-lt"/>
              </a:rPr>
              <a:t>и удалять записи через удобный интерфейс.</a:t>
            </a:r>
            <a:endParaRPr lang="ru-RU" sz="2000" dirty="0">
              <a:solidFill>
                <a:schemeClr val="bg2">
                  <a:lumMod val="49000"/>
                </a:schemeClr>
              </a:solidFill>
              <a:latin typeface="Arial Black"/>
            </a:endParaRPr>
          </a:p>
          <a:p>
            <a:pPr marL="0" indent="0">
              <a:buNone/>
            </a:pPr>
            <a:r>
              <a:rPr lang="ru-RU" sz="2000" dirty="0">
                <a:latin typeface="Arial Black"/>
                <a:ea typeface="+mn-lt"/>
                <a:cs typeface="+mn-lt"/>
              </a:rPr>
              <a:t>Созданы</a:t>
            </a:r>
            <a:r>
              <a:rPr lang="ru-RU" sz="2000" dirty="0">
                <a:solidFill>
                  <a:schemeClr val="bg2">
                    <a:lumMod val="49000"/>
                  </a:schemeClr>
                </a:solidFill>
                <a:latin typeface="Arial Black"/>
                <a:ea typeface="+mn-lt"/>
                <a:cs typeface="+mn-lt"/>
              </a:rPr>
              <a:t> </a:t>
            </a:r>
            <a:r>
              <a:rPr lang="ru-RU" sz="2000" dirty="0">
                <a:solidFill>
                  <a:srgbClr val="FF0000"/>
                </a:solidFill>
                <a:latin typeface="Arial Black"/>
                <a:ea typeface="+mn-lt"/>
                <a:cs typeface="+mn-lt"/>
              </a:rPr>
              <a:t>отчеты</a:t>
            </a:r>
            <a:r>
              <a:rPr lang="ru-RU" sz="2000" dirty="0">
                <a:solidFill>
                  <a:schemeClr val="bg2">
                    <a:lumMod val="49000"/>
                  </a:schemeClr>
                </a:solidFill>
                <a:latin typeface="Arial Black"/>
                <a:ea typeface="+mn-lt"/>
                <a:cs typeface="+mn-lt"/>
              </a:rPr>
              <a:t> </a:t>
            </a:r>
            <a:r>
              <a:rPr lang="ru-RU" sz="2000" dirty="0">
                <a:latin typeface="Arial Black"/>
                <a:ea typeface="+mn-lt"/>
                <a:cs typeface="+mn-lt"/>
              </a:rPr>
              <a:t>для удобства сдачи</a:t>
            </a:r>
            <a:r>
              <a:rPr lang="ru-RU" sz="2000" dirty="0">
                <a:solidFill>
                  <a:schemeClr val="bg2">
                    <a:lumMod val="49000"/>
                  </a:schemeClr>
                </a:solidFill>
                <a:latin typeface="Arial Black"/>
                <a:ea typeface="+mn-lt"/>
                <a:cs typeface="+mn-lt"/>
              </a:rPr>
              <a:t> отчета и распечатки</a:t>
            </a:r>
            <a:endParaRPr lang="ru-RU" sz="2000" dirty="0">
              <a:solidFill>
                <a:schemeClr val="bg2">
                  <a:lumMod val="49000"/>
                </a:schemeClr>
              </a:solidFill>
              <a:latin typeface="Arial Black"/>
            </a:endParaRPr>
          </a:p>
        </p:txBody>
      </p:sp>
      <p:pic>
        <p:nvPicPr>
          <p:cNvPr id="5" name="Рисунок 4" descr="Изображение выглядит как мультфильм, сини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7D997B1-4E16-FCDE-926E-D52B557D536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749" r="-4" b="15604"/>
          <a:stretch>
            <a:fillRect/>
          </a:stretch>
        </p:blipFill>
        <p:spPr>
          <a:xfrm>
            <a:off x="8452968" y="3681465"/>
            <a:ext cx="3747932" cy="3176541"/>
          </a:xfrm>
          <a:custGeom>
            <a:avLst/>
            <a:gdLst/>
            <a:ahLst/>
            <a:cxnLst/>
            <a:rect l="l" t="t" r="r" b="b"/>
            <a:pathLst>
              <a:path w="3747932" h="3176541">
                <a:moveTo>
                  <a:pt x="3239865" y="21"/>
                </a:moveTo>
                <a:cubicBezTo>
                  <a:pt x="3261821" y="112"/>
                  <a:pt x="3278837" y="498"/>
                  <a:pt x="3290337" y="938"/>
                </a:cubicBezTo>
                <a:cubicBezTo>
                  <a:pt x="3401766" y="5376"/>
                  <a:pt x="3510165" y="23128"/>
                  <a:pt x="3616543" y="49449"/>
                </a:cubicBezTo>
                <a:lnTo>
                  <a:pt x="3747932" y="87091"/>
                </a:lnTo>
                <a:lnTo>
                  <a:pt x="3747932" y="3176541"/>
                </a:lnTo>
                <a:lnTo>
                  <a:pt x="401358" y="3176541"/>
                </a:lnTo>
                <a:lnTo>
                  <a:pt x="398780" y="3136258"/>
                </a:lnTo>
                <a:cubicBezTo>
                  <a:pt x="400956" y="3079023"/>
                  <a:pt x="437945" y="3052703"/>
                  <a:pt x="483325" y="3030665"/>
                </a:cubicBezTo>
                <a:cubicBezTo>
                  <a:pt x="498866" y="3023015"/>
                  <a:pt x="520932" y="3023320"/>
                  <a:pt x="526840" y="2999447"/>
                </a:cubicBezTo>
                <a:cubicBezTo>
                  <a:pt x="501352" y="2976798"/>
                  <a:pt x="470270" y="2995161"/>
                  <a:pt x="442916" y="2988735"/>
                </a:cubicBezTo>
                <a:cubicBezTo>
                  <a:pt x="420228" y="2983533"/>
                  <a:pt x="382618" y="2986286"/>
                  <a:pt x="413701" y="2944662"/>
                </a:cubicBezTo>
                <a:cubicBezTo>
                  <a:pt x="422716" y="2932726"/>
                  <a:pt x="412147" y="2923542"/>
                  <a:pt x="400645" y="2922625"/>
                </a:cubicBezTo>
                <a:cubicBezTo>
                  <a:pt x="308644" y="2913137"/>
                  <a:pt x="350915" y="2828968"/>
                  <a:pt x="321386" y="2784590"/>
                </a:cubicBezTo>
                <a:cubicBezTo>
                  <a:pt x="313307" y="2772348"/>
                  <a:pt x="322010" y="2751230"/>
                  <a:pt x="334753" y="2746027"/>
                </a:cubicBezTo>
                <a:cubicBezTo>
                  <a:pt x="416187" y="2711746"/>
                  <a:pt x="427377" y="2630027"/>
                  <a:pt x="466852" y="2559632"/>
                </a:cubicBezTo>
                <a:cubicBezTo>
                  <a:pt x="423957" y="2531782"/>
                  <a:pt x="372673" y="2525661"/>
                  <a:pt x="326361" y="2507602"/>
                </a:cubicBezTo>
                <a:cubicBezTo>
                  <a:pt x="278183" y="2488626"/>
                  <a:pt x="278183" y="2474547"/>
                  <a:pt x="317968" y="2419457"/>
                </a:cubicBezTo>
                <a:cubicBezTo>
                  <a:pt x="214465" y="2407519"/>
                  <a:pt x="214465" y="2407519"/>
                  <a:pt x="246479" y="2320903"/>
                </a:cubicBezTo>
                <a:cubicBezTo>
                  <a:pt x="159758" y="2312945"/>
                  <a:pt x="102570" y="2271933"/>
                  <a:pt x="89205" y="2182255"/>
                </a:cubicBezTo>
                <a:cubicBezTo>
                  <a:pt x="82677" y="2138795"/>
                  <a:pt x="43514" y="2118290"/>
                  <a:pt x="0" y="2089213"/>
                </a:cubicBezTo>
                <a:cubicBezTo>
                  <a:pt x="54081" y="2061053"/>
                  <a:pt x="90759" y="2002290"/>
                  <a:pt x="153855" y="2064423"/>
                </a:cubicBezTo>
                <a:cubicBezTo>
                  <a:pt x="176855" y="2087070"/>
                  <a:pt x="174683" y="2058300"/>
                  <a:pt x="177788" y="2050037"/>
                </a:cubicBezTo>
                <a:cubicBezTo>
                  <a:pt x="185247" y="2029838"/>
                  <a:pt x="169707" y="2016369"/>
                  <a:pt x="159450" y="2001067"/>
                </a:cubicBezTo>
                <a:cubicBezTo>
                  <a:pt x="149504" y="1985763"/>
                  <a:pt x="137691" y="1969543"/>
                  <a:pt x="134895" y="1952400"/>
                </a:cubicBezTo>
                <a:cubicBezTo>
                  <a:pt x="133031" y="1940465"/>
                  <a:pt x="142044" y="1923021"/>
                  <a:pt x="151990" y="1914144"/>
                </a:cubicBezTo>
                <a:cubicBezTo>
                  <a:pt x="204209" y="1867316"/>
                  <a:pt x="173127" y="1762030"/>
                  <a:pt x="271969" y="1748562"/>
                </a:cubicBezTo>
                <a:cubicBezTo>
                  <a:pt x="316415" y="1742443"/>
                  <a:pt x="337860" y="1703878"/>
                  <a:pt x="370497" y="1682760"/>
                </a:cubicBezTo>
                <a:cubicBezTo>
                  <a:pt x="483946" y="1608999"/>
                  <a:pt x="559787" y="1514119"/>
                  <a:pt x="594908" y="1383735"/>
                </a:cubicBezTo>
                <a:cubicBezTo>
                  <a:pt x="604543" y="1347620"/>
                  <a:pt x="641532" y="1318542"/>
                  <a:pt x="665465" y="1286713"/>
                </a:cubicBezTo>
                <a:cubicBezTo>
                  <a:pt x="653963" y="1263452"/>
                  <a:pt x="591178" y="1313647"/>
                  <a:pt x="613246" y="1252435"/>
                </a:cubicBezTo>
                <a:cubicBezTo>
                  <a:pt x="630030" y="1206524"/>
                  <a:pt x="672925" y="1178060"/>
                  <a:pt x="713332" y="1150820"/>
                </a:cubicBezTo>
                <a:cubicBezTo>
                  <a:pt x="759333" y="1119908"/>
                  <a:pt x="810307" y="1095117"/>
                  <a:pt x="831133" y="1037883"/>
                </a:cubicBezTo>
                <a:cubicBezTo>
                  <a:pt x="835485" y="1025640"/>
                  <a:pt x="849470" y="1012785"/>
                  <a:pt x="861903" y="1007887"/>
                </a:cubicBezTo>
                <a:cubicBezTo>
                  <a:pt x="1469751" y="63584"/>
                  <a:pt x="2910527" y="-1353"/>
                  <a:pt x="3239865" y="21"/>
                </a:cubicBezTo>
                <a:close/>
              </a:path>
            </a:pathLst>
          </a:custGeom>
        </p:spPr>
      </p:pic>
      <p:pic>
        <p:nvPicPr>
          <p:cNvPr id="6" name="Рисунок 5" descr="Изображение выглядит как снимок экрана, круг, дизайн, иллюстрац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3A48ED3-1A7A-7926-88CA-522031DE69D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19" b="4"/>
          <a:stretch>
            <a:fillRect/>
          </a:stretch>
        </p:blipFill>
        <p:spPr>
          <a:xfrm>
            <a:off x="5398276" y="2457970"/>
            <a:ext cx="3458367" cy="3476265"/>
          </a:xfrm>
          <a:custGeom>
            <a:avLst/>
            <a:gdLst/>
            <a:ahLst/>
            <a:cxnLst/>
            <a:rect l="l" t="t" r="r" b="b"/>
            <a:pathLst>
              <a:path w="3458367" h="3476265">
                <a:moveTo>
                  <a:pt x="549716" y="15"/>
                </a:moveTo>
                <a:cubicBezTo>
                  <a:pt x="557611" y="271"/>
                  <a:pt x="565778" y="3856"/>
                  <a:pt x="573176" y="4995"/>
                </a:cubicBezTo>
                <a:cubicBezTo>
                  <a:pt x="736504" y="30493"/>
                  <a:pt x="899830" y="58040"/>
                  <a:pt x="1063336" y="82398"/>
                </a:cubicBezTo>
                <a:cubicBezTo>
                  <a:pt x="1216195" y="105163"/>
                  <a:pt x="1370136" y="110398"/>
                  <a:pt x="1523717" y="122237"/>
                </a:cubicBezTo>
                <a:cubicBezTo>
                  <a:pt x="1709602" y="136580"/>
                  <a:pt x="1895127" y="156841"/>
                  <a:pt x="2079929" y="188711"/>
                </a:cubicBezTo>
                <a:cubicBezTo>
                  <a:pt x="2208244" y="211023"/>
                  <a:pt x="2337823" y="226502"/>
                  <a:pt x="2467943" y="208745"/>
                </a:cubicBezTo>
                <a:cubicBezTo>
                  <a:pt x="2474439" y="207834"/>
                  <a:pt x="2481839" y="204876"/>
                  <a:pt x="2487253" y="207834"/>
                </a:cubicBezTo>
                <a:cubicBezTo>
                  <a:pt x="2550419" y="241073"/>
                  <a:pt x="2619357" y="217168"/>
                  <a:pt x="2684869" y="238113"/>
                </a:cubicBezTo>
                <a:cubicBezTo>
                  <a:pt x="2668085" y="318930"/>
                  <a:pt x="2596077" y="312327"/>
                  <a:pt x="2555471" y="368331"/>
                </a:cubicBezTo>
                <a:cubicBezTo>
                  <a:pt x="2621704" y="390639"/>
                  <a:pt x="2681259" y="413178"/>
                  <a:pt x="2741717" y="430023"/>
                </a:cubicBezTo>
                <a:cubicBezTo>
                  <a:pt x="2805785" y="447780"/>
                  <a:pt x="2860106" y="495816"/>
                  <a:pt x="2922728" y="517216"/>
                </a:cubicBezTo>
                <a:cubicBezTo>
                  <a:pt x="2936085" y="521769"/>
                  <a:pt x="2952146" y="537704"/>
                  <a:pt x="2956838" y="553184"/>
                </a:cubicBezTo>
                <a:cubicBezTo>
                  <a:pt x="2971997" y="603269"/>
                  <a:pt x="3274647" y="743732"/>
                  <a:pt x="3238914" y="788350"/>
                </a:cubicBezTo>
                <a:cubicBezTo>
                  <a:pt x="3224116" y="806791"/>
                  <a:pt x="3204986" y="819994"/>
                  <a:pt x="3184953" y="838207"/>
                </a:cubicBezTo>
                <a:cubicBezTo>
                  <a:pt x="3215093" y="872582"/>
                  <a:pt x="3249020" y="887608"/>
                  <a:pt x="3285115" y="897852"/>
                </a:cubicBezTo>
                <a:cubicBezTo>
                  <a:pt x="3295944" y="901039"/>
                  <a:pt x="3306591" y="907413"/>
                  <a:pt x="3307674" y="922894"/>
                </a:cubicBezTo>
                <a:cubicBezTo>
                  <a:pt x="3308757" y="939056"/>
                  <a:pt x="3297748" y="945429"/>
                  <a:pt x="3288544" y="952944"/>
                </a:cubicBezTo>
                <a:cubicBezTo>
                  <a:pt x="3275731" y="963415"/>
                  <a:pt x="3263278" y="972523"/>
                  <a:pt x="3247036" y="973888"/>
                </a:cubicBezTo>
                <a:cubicBezTo>
                  <a:pt x="3220325" y="975937"/>
                  <a:pt x="3207513" y="1005076"/>
                  <a:pt x="3191993" y="1026930"/>
                </a:cubicBezTo>
                <a:cubicBezTo>
                  <a:pt x="3183330" y="1039224"/>
                  <a:pt x="3178998" y="1064037"/>
                  <a:pt x="3194157" y="1068363"/>
                </a:cubicBezTo>
                <a:cubicBezTo>
                  <a:pt x="3230613" y="1078837"/>
                  <a:pt x="3227725" y="1109114"/>
                  <a:pt x="3226824" y="1143489"/>
                </a:cubicBezTo>
                <a:cubicBezTo>
                  <a:pt x="3225560" y="1186061"/>
                  <a:pt x="3204083" y="1205638"/>
                  <a:pt x="3177734" y="1222030"/>
                </a:cubicBezTo>
                <a:cubicBezTo>
                  <a:pt x="3168711" y="1227720"/>
                  <a:pt x="3155898" y="1227493"/>
                  <a:pt x="3152469" y="1245250"/>
                </a:cubicBezTo>
                <a:cubicBezTo>
                  <a:pt x="3167267" y="1262097"/>
                  <a:pt x="3185314" y="1248439"/>
                  <a:pt x="3201197" y="1253218"/>
                </a:cubicBezTo>
                <a:cubicBezTo>
                  <a:pt x="3214370" y="1257088"/>
                  <a:pt x="3236208" y="1255040"/>
                  <a:pt x="3218160" y="1286000"/>
                </a:cubicBezTo>
                <a:cubicBezTo>
                  <a:pt x="3212926" y="1294878"/>
                  <a:pt x="3219062" y="1301709"/>
                  <a:pt x="3225741" y="1302392"/>
                </a:cubicBezTo>
                <a:cubicBezTo>
                  <a:pt x="3279159" y="1309449"/>
                  <a:pt x="3254615" y="1372054"/>
                  <a:pt x="3271761" y="1405063"/>
                </a:cubicBezTo>
                <a:cubicBezTo>
                  <a:pt x="3276452" y="1414169"/>
                  <a:pt x="3271399" y="1429877"/>
                  <a:pt x="3263999" y="1433747"/>
                </a:cubicBezTo>
                <a:cubicBezTo>
                  <a:pt x="3216716" y="1459245"/>
                  <a:pt x="3210220" y="1520028"/>
                  <a:pt x="3187299" y="1572389"/>
                </a:cubicBezTo>
                <a:cubicBezTo>
                  <a:pt x="3212205" y="1593104"/>
                  <a:pt x="3241982" y="1597657"/>
                  <a:pt x="3268872" y="1611089"/>
                </a:cubicBezTo>
                <a:cubicBezTo>
                  <a:pt x="3296846" y="1625204"/>
                  <a:pt x="3296846" y="1635676"/>
                  <a:pt x="3273746" y="1676653"/>
                </a:cubicBezTo>
                <a:cubicBezTo>
                  <a:pt x="3333842" y="1685532"/>
                  <a:pt x="3333842" y="1685532"/>
                  <a:pt x="3315254" y="1749957"/>
                </a:cubicBezTo>
                <a:cubicBezTo>
                  <a:pt x="3365607" y="1755877"/>
                  <a:pt x="3398812" y="1786382"/>
                  <a:pt x="3406572" y="1853085"/>
                </a:cubicBezTo>
                <a:cubicBezTo>
                  <a:pt x="3410362" y="1885411"/>
                  <a:pt x="3433101" y="1900663"/>
                  <a:pt x="3458367" y="1922291"/>
                </a:cubicBezTo>
                <a:cubicBezTo>
                  <a:pt x="3426966" y="1943236"/>
                  <a:pt x="3405669" y="1986945"/>
                  <a:pt x="3369034" y="1940730"/>
                </a:cubicBezTo>
                <a:cubicBezTo>
                  <a:pt x="3355680" y="1923885"/>
                  <a:pt x="3356941" y="1945284"/>
                  <a:pt x="3355138" y="1951430"/>
                </a:cubicBezTo>
                <a:cubicBezTo>
                  <a:pt x="3350807" y="1966455"/>
                  <a:pt x="3359830" y="1976472"/>
                  <a:pt x="3365786" y="1987854"/>
                </a:cubicBezTo>
                <a:cubicBezTo>
                  <a:pt x="3371561" y="1999237"/>
                  <a:pt x="3378420" y="2011302"/>
                  <a:pt x="3380043" y="2024054"/>
                </a:cubicBezTo>
                <a:cubicBezTo>
                  <a:pt x="3381125" y="2032931"/>
                  <a:pt x="3375892" y="2045905"/>
                  <a:pt x="3370117" y="2052509"/>
                </a:cubicBezTo>
                <a:cubicBezTo>
                  <a:pt x="3339797" y="2087340"/>
                  <a:pt x="3357844" y="2165652"/>
                  <a:pt x="3300454" y="2175670"/>
                </a:cubicBezTo>
                <a:cubicBezTo>
                  <a:pt x="3274647" y="2180221"/>
                  <a:pt x="3262195" y="2208906"/>
                  <a:pt x="3243246" y="2224614"/>
                </a:cubicBezTo>
                <a:cubicBezTo>
                  <a:pt x="3177374" y="2279478"/>
                  <a:pt x="3133338" y="2350051"/>
                  <a:pt x="3112946" y="2447031"/>
                </a:cubicBezTo>
                <a:cubicBezTo>
                  <a:pt x="3107352" y="2473894"/>
                  <a:pt x="3085875" y="2495522"/>
                  <a:pt x="3071979" y="2519197"/>
                </a:cubicBezTo>
                <a:cubicBezTo>
                  <a:pt x="3078657" y="2536499"/>
                  <a:pt x="3115112" y="2499164"/>
                  <a:pt x="3102298" y="2544694"/>
                </a:cubicBezTo>
                <a:cubicBezTo>
                  <a:pt x="3092553" y="2578843"/>
                  <a:pt x="3067647" y="2600014"/>
                  <a:pt x="3044185" y="2620276"/>
                </a:cubicBezTo>
                <a:cubicBezTo>
                  <a:pt x="3017476" y="2643268"/>
                  <a:pt x="2987879" y="2661708"/>
                  <a:pt x="2975787" y="2704279"/>
                </a:cubicBezTo>
                <a:cubicBezTo>
                  <a:pt x="2973260" y="2713386"/>
                  <a:pt x="2965140" y="2722947"/>
                  <a:pt x="2957921" y="2726591"/>
                </a:cubicBezTo>
                <a:cubicBezTo>
                  <a:pt x="2581458" y="3475797"/>
                  <a:pt x="1654740" y="3480805"/>
                  <a:pt x="1547901" y="3475568"/>
                </a:cubicBezTo>
                <a:cubicBezTo>
                  <a:pt x="1418503" y="3468966"/>
                  <a:pt x="1296143" y="3422753"/>
                  <a:pt x="1176132" y="3365156"/>
                </a:cubicBezTo>
                <a:cubicBezTo>
                  <a:pt x="1125418" y="3340797"/>
                  <a:pt x="1078316" y="3306195"/>
                  <a:pt x="1029045" y="3279332"/>
                </a:cubicBezTo>
                <a:cubicBezTo>
                  <a:pt x="961009" y="3242223"/>
                  <a:pt x="908492" y="3171424"/>
                  <a:pt x="840634" y="3141601"/>
                </a:cubicBezTo>
                <a:cubicBezTo>
                  <a:pt x="770793" y="3110867"/>
                  <a:pt x="711057" y="3054638"/>
                  <a:pt x="639229" y="3030734"/>
                </a:cubicBezTo>
                <a:cubicBezTo>
                  <a:pt x="601330" y="3017985"/>
                  <a:pt x="564695" y="2994993"/>
                  <a:pt x="570649" y="2929200"/>
                </a:cubicBezTo>
                <a:cubicBezTo>
                  <a:pt x="572274" y="2910532"/>
                  <a:pt x="562349" y="2895282"/>
                  <a:pt x="546647" y="2900745"/>
                </a:cubicBezTo>
                <a:cubicBezTo>
                  <a:pt x="516690" y="2910989"/>
                  <a:pt x="503154" y="2883898"/>
                  <a:pt x="486550" y="2863636"/>
                </a:cubicBezTo>
                <a:cubicBezTo>
                  <a:pt x="456953" y="2827667"/>
                  <a:pt x="428801" y="2789422"/>
                  <a:pt x="381697" y="2783503"/>
                </a:cubicBezTo>
                <a:cubicBezTo>
                  <a:pt x="390720" y="2755272"/>
                  <a:pt x="406060" y="2759371"/>
                  <a:pt x="420137" y="2765290"/>
                </a:cubicBezTo>
                <a:cubicBezTo>
                  <a:pt x="457133" y="2780772"/>
                  <a:pt x="493769" y="2798300"/>
                  <a:pt x="530765" y="2813781"/>
                </a:cubicBezTo>
                <a:cubicBezTo>
                  <a:pt x="554948" y="2823799"/>
                  <a:pt x="578952" y="2837912"/>
                  <a:pt x="611257" y="2826755"/>
                </a:cubicBezTo>
                <a:cubicBezTo>
                  <a:pt x="583463" y="2769843"/>
                  <a:pt x="536180" y="2759598"/>
                  <a:pt x="497920" y="2742071"/>
                </a:cubicBezTo>
                <a:cubicBezTo>
                  <a:pt x="450096" y="2719988"/>
                  <a:pt x="421942" y="2678326"/>
                  <a:pt x="388193" y="2631885"/>
                </a:cubicBezTo>
                <a:cubicBezTo>
                  <a:pt x="423386" y="2620730"/>
                  <a:pt x="445223" y="2654879"/>
                  <a:pt x="472834" y="2653056"/>
                </a:cubicBezTo>
                <a:cubicBezTo>
                  <a:pt x="474279" y="2647140"/>
                  <a:pt x="476804" y="2638488"/>
                  <a:pt x="476444" y="2638259"/>
                </a:cubicBezTo>
                <a:cubicBezTo>
                  <a:pt x="431326" y="2612763"/>
                  <a:pt x="410211" y="2564956"/>
                  <a:pt x="403173" y="2507131"/>
                </a:cubicBezTo>
                <a:cubicBezTo>
                  <a:pt x="399563" y="2477310"/>
                  <a:pt x="383140" y="2467976"/>
                  <a:pt x="366897" y="2454316"/>
                </a:cubicBezTo>
                <a:cubicBezTo>
                  <a:pt x="310230" y="2405826"/>
                  <a:pt x="250314" y="2361890"/>
                  <a:pt x="203752" y="2295188"/>
                </a:cubicBezTo>
                <a:cubicBezTo>
                  <a:pt x="257532" y="2304066"/>
                  <a:pt x="300665" y="2347547"/>
                  <a:pt x="358597" y="2366215"/>
                </a:cubicBezTo>
                <a:cubicBezTo>
                  <a:pt x="312577" y="2292910"/>
                  <a:pt x="253020" y="2255803"/>
                  <a:pt x="198698" y="2211409"/>
                </a:cubicBezTo>
                <a:cubicBezTo>
                  <a:pt x="173974" y="2191149"/>
                  <a:pt x="151055" y="2165197"/>
                  <a:pt x="121097" y="2154269"/>
                </a:cubicBezTo>
                <a:cubicBezTo>
                  <a:pt x="110448" y="2150400"/>
                  <a:pt x="92943" y="2142204"/>
                  <a:pt x="101425" y="2120577"/>
                </a:cubicBezTo>
                <a:cubicBezTo>
                  <a:pt x="108643" y="2102593"/>
                  <a:pt x="122900" y="2108055"/>
                  <a:pt x="135895" y="2113292"/>
                </a:cubicBezTo>
                <a:cubicBezTo>
                  <a:pt x="167116" y="2126269"/>
                  <a:pt x="199421" y="2126495"/>
                  <a:pt x="241652" y="2126269"/>
                </a:cubicBezTo>
                <a:cubicBezTo>
                  <a:pt x="206279" y="2066851"/>
                  <a:pt x="141489" y="2084608"/>
                  <a:pt x="111170" y="2022231"/>
                </a:cubicBezTo>
                <a:cubicBezTo>
                  <a:pt x="149069" y="2011302"/>
                  <a:pt x="178305" y="2033841"/>
                  <a:pt x="208987" y="2038166"/>
                </a:cubicBezTo>
                <a:cubicBezTo>
                  <a:pt x="236777" y="2042036"/>
                  <a:pt x="243636" y="2031565"/>
                  <a:pt x="237139" y="1997188"/>
                </a:cubicBezTo>
                <a:cubicBezTo>
                  <a:pt x="227034" y="1943690"/>
                  <a:pt x="242193" y="1916371"/>
                  <a:pt x="282618" y="1930941"/>
                </a:cubicBezTo>
                <a:cubicBezTo>
                  <a:pt x="320155" y="1944601"/>
                  <a:pt x="324125" y="1924568"/>
                  <a:pt x="314019" y="1894062"/>
                </a:cubicBezTo>
                <a:cubicBezTo>
                  <a:pt x="299582" y="1849671"/>
                  <a:pt x="316004" y="1815295"/>
                  <a:pt x="327194" y="1777960"/>
                </a:cubicBezTo>
                <a:cubicBezTo>
                  <a:pt x="344339" y="1721045"/>
                  <a:pt x="337121" y="1693272"/>
                  <a:pt x="300123" y="1650929"/>
                </a:cubicBezTo>
                <a:cubicBezTo>
                  <a:pt x="279370" y="1627251"/>
                  <a:pt x="256992" y="1607219"/>
                  <a:pt x="226852" y="1586731"/>
                </a:cubicBezTo>
                <a:cubicBezTo>
                  <a:pt x="296334" y="1575576"/>
                  <a:pt x="223423" y="1538013"/>
                  <a:pt x="247968" y="1514564"/>
                </a:cubicBezTo>
                <a:cubicBezTo>
                  <a:pt x="297056" y="1505003"/>
                  <a:pt x="337121" y="1579673"/>
                  <a:pt x="403895" y="1558274"/>
                </a:cubicBezTo>
                <a:cubicBezTo>
                  <a:pt x="321420" y="1493619"/>
                  <a:pt x="230281" y="1472448"/>
                  <a:pt x="170546" y="1386396"/>
                </a:cubicBezTo>
                <a:cubicBezTo>
                  <a:pt x="184261" y="1366817"/>
                  <a:pt x="197977" y="1385030"/>
                  <a:pt x="209707" y="1377746"/>
                </a:cubicBezTo>
                <a:cubicBezTo>
                  <a:pt x="209346" y="1373192"/>
                  <a:pt x="210250" y="1366362"/>
                  <a:pt x="208083" y="1364314"/>
                </a:cubicBezTo>
                <a:cubicBezTo>
                  <a:pt x="163508" y="1317416"/>
                  <a:pt x="162784" y="1316279"/>
                  <a:pt x="210610" y="1281675"/>
                </a:cubicBezTo>
                <a:cubicBezTo>
                  <a:pt x="227394" y="1269609"/>
                  <a:pt x="225950" y="1258909"/>
                  <a:pt x="217108" y="1243657"/>
                </a:cubicBezTo>
                <a:cubicBezTo>
                  <a:pt x="210790" y="1232957"/>
                  <a:pt x="203211" y="1223395"/>
                  <a:pt x="206820" y="1199947"/>
                </a:cubicBezTo>
                <a:cubicBezTo>
                  <a:pt x="232988" y="1229998"/>
                  <a:pt x="359499" y="1220208"/>
                  <a:pt x="381877" y="1217021"/>
                </a:cubicBezTo>
                <a:cubicBezTo>
                  <a:pt x="406963" y="1213607"/>
                  <a:pt x="431688" y="1199037"/>
                  <a:pt x="458035" y="1207003"/>
                </a:cubicBezTo>
                <a:cubicBezTo>
                  <a:pt x="479150" y="1213381"/>
                  <a:pt x="576966" y="1275073"/>
                  <a:pt x="590863" y="1204273"/>
                </a:cubicBezTo>
                <a:cubicBezTo>
                  <a:pt x="591585" y="1200858"/>
                  <a:pt x="631107" y="1208826"/>
                  <a:pt x="652403" y="1212696"/>
                </a:cubicBezTo>
                <a:cubicBezTo>
                  <a:pt x="671172" y="1215883"/>
                  <a:pt x="692288" y="1229998"/>
                  <a:pt x="704920" y="1201769"/>
                </a:cubicBezTo>
                <a:cubicBezTo>
                  <a:pt x="712320" y="1185150"/>
                  <a:pt x="681820" y="1153051"/>
                  <a:pt x="654569" y="1150320"/>
                </a:cubicBezTo>
                <a:cubicBezTo>
                  <a:pt x="630926" y="1147814"/>
                  <a:pt x="606202" y="1144172"/>
                  <a:pt x="583643" y="1151001"/>
                </a:cubicBezTo>
                <a:cubicBezTo>
                  <a:pt x="555852" y="1159198"/>
                  <a:pt x="540873" y="1145995"/>
                  <a:pt x="533111" y="1117538"/>
                </a:cubicBezTo>
                <a:cubicBezTo>
                  <a:pt x="524450" y="1086122"/>
                  <a:pt x="507845" y="1071550"/>
                  <a:pt x="484926" y="1056980"/>
                </a:cubicBezTo>
                <a:cubicBezTo>
                  <a:pt x="429340" y="1021696"/>
                  <a:pt x="375921" y="980946"/>
                  <a:pt x="314922" y="960456"/>
                </a:cubicBezTo>
                <a:cubicBezTo>
                  <a:pt x="302830" y="956358"/>
                  <a:pt x="289476" y="950894"/>
                  <a:pt x="283881" y="923805"/>
                </a:cubicBezTo>
                <a:cubicBezTo>
                  <a:pt x="449013" y="964326"/>
                  <a:pt x="599526" y="1069958"/>
                  <a:pt x="769890" y="1063811"/>
                </a:cubicBezTo>
                <a:cubicBezTo>
                  <a:pt x="723329" y="1030346"/>
                  <a:pt x="669369" y="1028524"/>
                  <a:pt x="619738" y="1005076"/>
                </a:cubicBezTo>
                <a:cubicBezTo>
                  <a:pt x="654930" y="987546"/>
                  <a:pt x="687956" y="1005759"/>
                  <a:pt x="721344" y="1015777"/>
                </a:cubicBezTo>
                <a:cubicBezTo>
                  <a:pt x="749317" y="1023970"/>
                  <a:pt x="774583" y="1025337"/>
                  <a:pt x="777650" y="976393"/>
                </a:cubicBezTo>
                <a:cubicBezTo>
                  <a:pt x="776566" y="973205"/>
                  <a:pt x="776747" y="969107"/>
                  <a:pt x="776929" y="965238"/>
                </a:cubicBezTo>
                <a:cubicBezTo>
                  <a:pt x="767542" y="944976"/>
                  <a:pt x="752926" y="934504"/>
                  <a:pt x="735601" y="928584"/>
                </a:cubicBezTo>
                <a:cubicBezTo>
                  <a:pt x="725133" y="924942"/>
                  <a:pt x="711237" y="919478"/>
                  <a:pt x="711416" y="904909"/>
                </a:cubicBezTo>
                <a:cubicBezTo>
                  <a:pt x="711958" y="850955"/>
                  <a:pt x="678571" y="835246"/>
                  <a:pt x="645185" y="819539"/>
                </a:cubicBezTo>
                <a:cubicBezTo>
                  <a:pt x="663773" y="792676"/>
                  <a:pt x="678391" y="812481"/>
                  <a:pt x="692468" y="810433"/>
                </a:cubicBezTo>
                <a:cubicBezTo>
                  <a:pt x="701672" y="809067"/>
                  <a:pt x="709973" y="806563"/>
                  <a:pt x="709973" y="792676"/>
                </a:cubicBezTo>
                <a:cubicBezTo>
                  <a:pt x="710154" y="781065"/>
                  <a:pt x="705822" y="767861"/>
                  <a:pt x="696799" y="767635"/>
                </a:cubicBezTo>
                <a:cubicBezTo>
                  <a:pt x="640312" y="765585"/>
                  <a:pt x="609090" y="690914"/>
                  <a:pt x="550437" y="690687"/>
                </a:cubicBezTo>
                <a:cubicBezTo>
                  <a:pt x="515425" y="690687"/>
                  <a:pt x="568666" y="648572"/>
                  <a:pt x="539068" y="631042"/>
                </a:cubicBezTo>
                <a:cubicBezTo>
                  <a:pt x="532570" y="627171"/>
                  <a:pt x="556032" y="621254"/>
                  <a:pt x="566500" y="622164"/>
                </a:cubicBezTo>
                <a:cubicBezTo>
                  <a:pt x="576786" y="623074"/>
                  <a:pt x="585990" y="634229"/>
                  <a:pt x="598443" y="626261"/>
                </a:cubicBezTo>
                <a:cubicBezTo>
                  <a:pt x="605300" y="597806"/>
                  <a:pt x="587615" y="587332"/>
                  <a:pt x="572996" y="579365"/>
                </a:cubicBezTo>
                <a:cubicBezTo>
                  <a:pt x="539247" y="560925"/>
                  <a:pt x="506402" y="538615"/>
                  <a:pt x="469405" y="532013"/>
                </a:cubicBezTo>
                <a:cubicBezTo>
                  <a:pt x="456232" y="529737"/>
                  <a:pt x="488355" y="499231"/>
                  <a:pt x="494671" y="488532"/>
                </a:cubicBezTo>
                <a:cubicBezTo>
                  <a:pt x="345782" y="376071"/>
                  <a:pt x="166756" y="381762"/>
                  <a:pt x="0" y="290928"/>
                </a:cubicBezTo>
                <a:cubicBezTo>
                  <a:pt x="36817" y="273173"/>
                  <a:pt x="63887" y="286148"/>
                  <a:pt x="88973" y="288880"/>
                </a:cubicBezTo>
                <a:cubicBezTo>
                  <a:pt x="151595" y="295708"/>
                  <a:pt x="213498" y="309822"/>
                  <a:pt x="275940" y="318246"/>
                </a:cubicBezTo>
                <a:cubicBezTo>
                  <a:pt x="306620" y="322344"/>
                  <a:pt x="335134" y="337824"/>
                  <a:pt x="369424" y="313239"/>
                </a:cubicBezTo>
                <a:cubicBezTo>
                  <a:pt x="392343" y="296847"/>
                  <a:pt x="428980" y="314604"/>
                  <a:pt x="457133" y="329174"/>
                </a:cubicBezTo>
                <a:cubicBezTo>
                  <a:pt x="480414" y="341238"/>
                  <a:pt x="502612" y="344425"/>
                  <a:pt x="533474" y="329174"/>
                </a:cubicBezTo>
                <a:cubicBezTo>
                  <a:pt x="505501" y="319841"/>
                  <a:pt x="484023" y="311645"/>
                  <a:pt x="462006" y="305953"/>
                </a:cubicBezTo>
                <a:cubicBezTo>
                  <a:pt x="444501" y="301400"/>
                  <a:pt x="486189" y="282960"/>
                  <a:pt x="507484" y="285237"/>
                </a:cubicBezTo>
                <a:cubicBezTo>
                  <a:pt x="537263" y="288423"/>
                  <a:pt x="520479" y="276586"/>
                  <a:pt x="515425" y="260195"/>
                </a:cubicBezTo>
                <a:cubicBezTo>
                  <a:pt x="510012" y="242665"/>
                  <a:pt x="526074" y="237203"/>
                  <a:pt x="536180" y="240844"/>
                </a:cubicBezTo>
                <a:cubicBezTo>
                  <a:pt x="574980" y="255187"/>
                  <a:pt x="613602" y="229917"/>
                  <a:pt x="653668" y="250407"/>
                </a:cubicBezTo>
                <a:cubicBezTo>
                  <a:pt x="643561" y="199867"/>
                  <a:pt x="621723" y="177784"/>
                  <a:pt x="576064" y="170726"/>
                </a:cubicBezTo>
                <a:cubicBezTo>
                  <a:pt x="558919" y="167996"/>
                  <a:pt x="541053" y="172093"/>
                  <a:pt x="526254" y="157522"/>
                </a:cubicBezTo>
                <a:cubicBezTo>
                  <a:pt x="517771" y="149101"/>
                  <a:pt x="508207" y="139084"/>
                  <a:pt x="514884" y="123603"/>
                </a:cubicBezTo>
                <a:cubicBezTo>
                  <a:pt x="519577" y="112674"/>
                  <a:pt x="529684" y="112674"/>
                  <a:pt x="537985" y="116318"/>
                </a:cubicBezTo>
                <a:cubicBezTo>
                  <a:pt x="575162" y="132483"/>
                  <a:pt x="613963" y="138400"/>
                  <a:pt x="652764" y="144320"/>
                </a:cubicBezTo>
                <a:cubicBezTo>
                  <a:pt x="658720" y="145230"/>
                  <a:pt x="665397" y="148191"/>
                  <a:pt x="672075" y="133164"/>
                </a:cubicBezTo>
                <a:cubicBezTo>
                  <a:pt x="599526" y="108805"/>
                  <a:pt x="530585" y="74202"/>
                  <a:pt x="456051" y="60770"/>
                </a:cubicBezTo>
                <a:cubicBezTo>
                  <a:pt x="457133" y="54397"/>
                  <a:pt x="458215" y="48022"/>
                  <a:pt x="459299" y="41649"/>
                </a:cubicBezTo>
                <a:cubicBezTo>
                  <a:pt x="517591" y="50753"/>
                  <a:pt x="575884" y="59859"/>
                  <a:pt x="649515" y="71243"/>
                </a:cubicBezTo>
                <a:cubicBezTo>
                  <a:pt x="604218" y="35045"/>
                  <a:pt x="561446" y="47111"/>
                  <a:pt x="527879" y="15013"/>
                </a:cubicBezTo>
                <a:cubicBezTo>
                  <a:pt x="534195" y="2833"/>
                  <a:pt x="541820" y="-241"/>
                  <a:pt x="549716" y="15"/>
                </a:cubicBezTo>
                <a:close/>
              </a:path>
            </a:pathLst>
          </a:custGeom>
        </p:spPr>
      </p:pic>
      <p:pic>
        <p:nvPicPr>
          <p:cNvPr id="4" name="Рисунок 3" descr="Изображение выглядит как текст, Прямоугольник, снимок экрана, офисные принадлежности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CA10604-DF91-74A7-04DC-5B1DE204957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016" r="11843" b="-2"/>
          <a:stretch>
            <a:fillRect/>
          </a:stretch>
        </p:blipFill>
        <p:spPr>
          <a:xfrm>
            <a:off x="7621024" y="-5"/>
            <a:ext cx="4579876" cy="3536502"/>
          </a:xfrm>
          <a:custGeom>
            <a:avLst/>
            <a:gdLst/>
            <a:ahLst/>
            <a:cxnLst/>
            <a:rect l="l" t="t" r="r" b="b"/>
            <a:pathLst>
              <a:path w="4579876" h="3536502">
                <a:moveTo>
                  <a:pt x="457312" y="0"/>
                </a:moveTo>
                <a:lnTo>
                  <a:pt x="4579876" y="0"/>
                </a:lnTo>
                <a:lnTo>
                  <a:pt x="4579876" y="3057029"/>
                </a:lnTo>
                <a:lnTo>
                  <a:pt x="4508441" y="3086568"/>
                </a:lnTo>
                <a:cubicBezTo>
                  <a:pt x="4391572" y="3126663"/>
                  <a:pt x="4301124" y="3221848"/>
                  <a:pt x="4183947" y="3271738"/>
                </a:cubicBezTo>
                <a:cubicBezTo>
                  <a:pt x="4099090" y="3307854"/>
                  <a:pt x="4017967" y="3354374"/>
                  <a:pt x="3930625" y="3387123"/>
                </a:cubicBezTo>
                <a:cubicBezTo>
                  <a:pt x="3723932" y="3464557"/>
                  <a:pt x="3513195" y="3526689"/>
                  <a:pt x="3290337" y="3535564"/>
                </a:cubicBezTo>
                <a:cubicBezTo>
                  <a:pt x="3106332" y="3542605"/>
                  <a:pt x="1510274" y="3535872"/>
                  <a:pt x="861903" y="2528615"/>
                </a:cubicBezTo>
                <a:cubicBezTo>
                  <a:pt x="849470" y="2523717"/>
                  <a:pt x="835485" y="2510862"/>
                  <a:pt x="831133" y="2498619"/>
                </a:cubicBezTo>
                <a:cubicBezTo>
                  <a:pt x="810307" y="2441385"/>
                  <a:pt x="759333" y="2416594"/>
                  <a:pt x="713333" y="2385682"/>
                </a:cubicBezTo>
                <a:cubicBezTo>
                  <a:pt x="672925" y="2358442"/>
                  <a:pt x="630030" y="2329978"/>
                  <a:pt x="613246" y="2284067"/>
                </a:cubicBezTo>
                <a:cubicBezTo>
                  <a:pt x="591179" y="2222855"/>
                  <a:pt x="653963" y="2273050"/>
                  <a:pt x="665465" y="2249789"/>
                </a:cubicBezTo>
                <a:cubicBezTo>
                  <a:pt x="641532" y="2217960"/>
                  <a:pt x="604543" y="2188882"/>
                  <a:pt x="594908" y="2152767"/>
                </a:cubicBezTo>
                <a:cubicBezTo>
                  <a:pt x="559787" y="2022383"/>
                  <a:pt x="483946" y="1927503"/>
                  <a:pt x="370497" y="1853742"/>
                </a:cubicBezTo>
                <a:cubicBezTo>
                  <a:pt x="337861" y="1832624"/>
                  <a:pt x="316415" y="1794059"/>
                  <a:pt x="271969" y="1787940"/>
                </a:cubicBezTo>
                <a:cubicBezTo>
                  <a:pt x="173127" y="1774472"/>
                  <a:pt x="204209" y="1669186"/>
                  <a:pt x="151990" y="1622358"/>
                </a:cubicBezTo>
                <a:cubicBezTo>
                  <a:pt x="142044" y="1613481"/>
                  <a:pt x="133031" y="1596037"/>
                  <a:pt x="134895" y="1584102"/>
                </a:cubicBezTo>
                <a:cubicBezTo>
                  <a:pt x="137691" y="1566959"/>
                  <a:pt x="149504" y="1550739"/>
                  <a:pt x="159450" y="1535435"/>
                </a:cubicBezTo>
                <a:cubicBezTo>
                  <a:pt x="169708" y="1520133"/>
                  <a:pt x="185247" y="1506664"/>
                  <a:pt x="177788" y="1486465"/>
                </a:cubicBezTo>
                <a:cubicBezTo>
                  <a:pt x="174683" y="1478202"/>
                  <a:pt x="176855" y="1449432"/>
                  <a:pt x="153856" y="1472079"/>
                </a:cubicBezTo>
                <a:cubicBezTo>
                  <a:pt x="90760" y="1534212"/>
                  <a:pt x="54082" y="1475449"/>
                  <a:pt x="0" y="1447289"/>
                </a:cubicBezTo>
                <a:cubicBezTo>
                  <a:pt x="43515" y="1418212"/>
                  <a:pt x="82677" y="1397707"/>
                  <a:pt x="89205" y="1354247"/>
                </a:cubicBezTo>
                <a:cubicBezTo>
                  <a:pt x="102570" y="1264569"/>
                  <a:pt x="159758" y="1223557"/>
                  <a:pt x="246479" y="1215599"/>
                </a:cubicBezTo>
                <a:cubicBezTo>
                  <a:pt x="214465" y="1128983"/>
                  <a:pt x="214465" y="1128983"/>
                  <a:pt x="317968" y="1117045"/>
                </a:cubicBezTo>
                <a:cubicBezTo>
                  <a:pt x="278183" y="1061955"/>
                  <a:pt x="278183" y="1047876"/>
                  <a:pt x="326362" y="1028900"/>
                </a:cubicBezTo>
                <a:cubicBezTo>
                  <a:pt x="372673" y="1010841"/>
                  <a:pt x="423957" y="1004720"/>
                  <a:pt x="466852" y="976870"/>
                </a:cubicBezTo>
                <a:cubicBezTo>
                  <a:pt x="427377" y="906475"/>
                  <a:pt x="416188" y="824756"/>
                  <a:pt x="334754" y="790475"/>
                </a:cubicBezTo>
                <a:cubicBezTo>
                  <a:pt x="322010" y="785272"/>
                  <a:pt x="313307" y="764154"/>
                  <a:pt x="321386" y="751912"/>
                </a:cubicBezTo>
                <a:cubicBezTo>
                  <a:pt x="350915" y="707534"/>
                  <a:pt x="308644" y="623365"/>
                  <a:pt x="400645" y="613877"/>
                </a:cubicBezTo>
                <a:cubicBezTo>
                  <a:pt x="412147" y="612959"/>
                  <a:pt x="422716" y="603776"/>
                  <a:pt x="413701" y="591839"/>
                </a:cubicBezTo>
                <a:cubicBezTo>
                  <a:pt x="382618" y="550216"/>
                  <a:pt x="420228" y="552969"/>
                  <a:pt x="442917" y="547767"/>
                </a:cubicBezTo>
                <a:cubicBezTo>
                  <a:pt x="470271" y="541341"/>
                  <a:pt x="501353" y="559703"/>
                  <a:pt x="526840" y="537055"/>
                </a:cubicBezTo>
                <a:cubicBezTo>
                  <a:pt x="520932" y="513181"/>
                  <a:pt x="498866" y="513487"/>
                  <a:pt x="483325" y="505836"/>
                </a:cubicBezTo>
                <a:cubicBezTo>
                  <a:pt x="437946" y="483799"/>
                  <a:pt x="400956" y="457479"/>
                  <a:pt x="398780" y="400243"/>
                </a:cubicBezTo>
                <a:cubicBezTo>
                  <a:pt x="397229" y="354028"/>
                  <a:pt x="392255" y="313323"/>
                  <a:pt x="455041" y="299242"/>
                </a:cubicBezTo>
                <a:cubicBezTo>
                  <a:pt x="481149" y="293426"/>
                  <a:pt x="473687" y="260067"/>
                  <a:pt x="458769" y="243538"/>
                </a:cubicBezTo>
                <a:cubicBezTo>
                  <a:pt x="432038" y="214157"/>
                  <a:pt x="409972" y="174981"/>
                  <a:pt x="363969" y="172227"/>
                </a:cubicBezTo>
                <a:cubicBezTo>
                  <a:pt x="335995" y="170391"/>
                  <a:pt x="314549" y="158146"/>
                  <a:pt x="292481" y="144069"/>
                </a:cubicBezTo>
                <a:cubicBezTo>
                  <a:pt x="276630" y="133966"/>
                  <a:pt x="257670" y="125398"/>
                  <a:pt x="259534" y="103668"/>
                </a:cubicBezTo>
                <a:cubicBezTo>
                  <a:pt x="261399" y="82855"/>
                  <a:pt x="279736" y="74286"/>
                  <a:pt x="298387" y="70001"/>
                </a:cubicBezTo>
                <a:cubicBezTo>
                  <a:pt x="345011" y="59672"/>
                  <a:pt x="389535" y="45726"/>
                  <a:pt x="430782" y="19902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3063768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817EB35-4D5C-493B-8459-98C99FD166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70BEB1E7-2F88-40BC-B73D-42E5B6F80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640269" flipV="1">
            <a:off x="5586861" y="-553943"/>
            <a:ext cx="3944178" cy="3944178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8E29CB-2791-E367-A275-60BB0C2F1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45810"/>
            <a:ext cx="4795164" cy="1325563"/>
          </a:xfrm>
        </p:spPr>
        <p:txBody>
          <a:bodyPr>
            <a:normAutofit/>
          </a:bodyPr>
          <a:lstStyle/>
          <a:p>
            <a:r>
              <a:rPr lang="ru-RU" dirty="0">
                <a:latin typeface="Arial Black"/>
              </a:rPr>
              <a:t>Результат работы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000E0ED-0D31-F5B1-AF0E-4BABB42654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4795165" cy="4351338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>
                <a:latin typeface="Arial Black"/>
                <a:ea typeface="+mn-lt"/>
                <a:cs typeface="+mn-lt"/>
              </a:rPr>
              <a:t>Создана база данных, которая:</a:t>
            </a:r>
            <a:endParaRPr lang="ru-RU">
              <a:latin typeface="Arial Black"/>
            </a:endParaRPr>
          </a:p>
          <a:p>
            <a:pPr marL="0" indent="0">
              <a:buNone/>
            </a:pPr>
            <a:r>
              <a:rPr lang="ru-RU" dirty="0">
                <a:latin typeface="Arial Black"/>
                <a:ea typeface="+mn-lt"/>
                <a:cs typeface="+mn-lt"/>
              </a:rPr>
              <a:t>- </a:t>
            </a:r>
            <a:r>
              <a:rPr lang="ru-RU" dirty="0">
                <a:solidFill>
                  <a:srgbClr val="FF0000"/>
                </a:solidFill>
                <a:latin typeface="Arial Black"/>
                <a:ea typeface="+mn-lt"/>
                <a:cs typeface="+mn-lt"/>
              </a:rPr>
              <a:t>хранит</a:t>
            </a:r>
            <a:r>
              <a:rPr lang="ru-RU" dirty="0">
                <a:latin typeface="Arial Black"/>
                <a:ea typeface="+mn-lt"/>
                <a:cs typeface="+mn-lt"/>
              </a:rPr>
              <a:t> информацию обо всех </a:t>
            </a:r>
            <a:r>
              <a:rPr lang="ru-RU" dirty="0">
                <a:solidFill>
                  <a:schemeClr val="bg2">
                    <a:lumMod val="49000"/>
                  </a:schemeClr>
                </a:solidFill>
                <a:latin typeface="Arial Black"/>
                <a:ea typeface="+mn-lt"/>
                <a:cs typeface="+mn-lt"/>
              </a:rPr>
              <a:t>заказах и клиентах;</a:t>
            </a:r>
            <a:endParaRPr lang="ru-RU">
              <a:solidFill>
                <a:schemeClr val="bg2">
                  <a:lumMod val="49000"/>
                </a:schemeClr>
              </a:solidFill>
              <a:latin typeface="Arial Black"/>
            </a:endParaRPr>
          </a:p>
          <a:p>
            <a:pPr marL="0" indent="0">
              <a:buNone/>
            </a:pPr>
            <a:r>
              <a:rPr lang="ru-RU" dirty="0">
                <a:latin typeface="Arial Black"/>
                <a:ea typeface="+mn-lt"/>
                <a:cs typeface="+mn-lt"/>
              </a:rPr>
              <a:t>- </a:t>
            </a:r>
            <a:r>
              <a:rPr lang="ru-RU" dirty="0">
                <a:solidFill>
                  <a:srgbClr val="FF0000"/>
                </a:solidFill>
                <a:latin typeface="Arial Black"/>
                <a:ea typeface="+mn-lt"/>
                <a:cs typeface="+mn-lt"/>
              </a:rPr>
              <a:t>ускоряет</a:t>
            </a:r>
            <a:r>
              <a:rPr lang="ru-RU" dirty="0">
                <a:latin typeface="Arial Black"/>
                <a:ea typeface="+mn-lt"/>
                <a:cs typeface="+mn-lt"/>
              </a:rPr>
              <a:t> оформление и обработку</a:t>
            </a:r>
            <a:r>
              <a:rPr lang="ru-RU" dirty="0">
                <a:solidFill>
                  <a:schemeClr val="bg2">
                    <a:lumMod val="49000"/>
                  </a:schemeClr>
                </a:solidFill>
                <a:latin typeface="Arial Black"/>
                <a:ea typeface="+mn-lt"/>
                <a:cs typeface="+mn-lt"/>
              </a:rPr>
              <a:t> заказов;</a:t>
            </a:r>
            <a:endParaRPr lang="ru-RU">
              <a:solidFill>
                <a:schemeClr val="bg2">
                  <a:lumMod val="49000"/>
                </a:schemeClr>
              </a:solidFill>
              <a:latin typeface="Arial Black"/>
            </a:endParaRPr>
          </a:p>
          <a:p>
            <a:pPr marL="0" indent="0">
              <a:buNone/>
            </a:pPr>
            <a:r>
              <a:rPr lang="ru-RU" dirty="0">
                <a:solidFill>
                  <a:schemeClr val="bg2">
                    <a:lumMod val="49000"/>
                  </a:schemeClr>
                </a:solidFill>
                <a:latin typeface="Arial Black"/>
                <a:ea typeface="+mn-lt"/>
                <a:cs typeface="+mn-lt"/>
              </a:rPr>
              <a:t>- позволяет</a:t>
            </a:r>
            <a:r>
              <a:rPr lang="ru-RU" dirty="0">
                <a:solidFill>
                  <a:srgbClr val="FF0000"/>
                </a:solidFill>
                <a:latin typeface="Arial Black"/>
                <a:ea typeface="+mn-lt"/>
                <a:cs typeface="+mn-lt"/>
              </a:rPr>
              <a:t> формировать отчёты</a:t>
            </a:r>
            <a:r>
              <a:rPr lang="ru-RU" dirty="0">
                <a:latin typeface="Arial Black"/>
                <a:ea typeface="+mn-lt"/>
                <a:cs typeface="+mn-lt"/>
              </a:rPr>
              <a:t> и анализировать </a:t>
            </a:r>
            <a:r>
              <a:rPr lang="ru-RU" dirty="0">
                <a:solidFill>
                  <a:schemeClr val="bg2">
                    <a:lumMod val="49000"/>
                  </a:schemeClr>
                </a:solidFill>
                <a:latin typeface="Arial Black"/>
                <a:ea typeface="+mn-lt"/>
                <a:cs typeface="+mn-lt"/>
              </a:rPr>
              <a:t>эффективность доставки.</a:t>
            </a:r>
            <a:endParaRPr lang="ru-RU">
              <a:solidFill>
                <a:schemeClr val="bg2">
                  <a:lumMod val="49000"/>
                </a:schemeClr>
              </a:solidFill>
              <a:latin typeface="Arial Black"/>
            </a:endParaRPr>
          </a:p>
        </p:txBody>
      </p:sp>
      <p:pic>
        <p:nvPicPr>
          <p:cNvPr id="5" name="Рисунок 4" descr="Изображение выглядит как мультфильм, игруш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E1C930C-63A6-321C-BBE9-C44C06AF5A2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046" r="-2" b="1042"/>
          <a:stretch>
            <a:fillRect/>
          </a:stretch>
        </p:blipFill>
        <p:spPr>
          <a:xfrm>
            <a:off x="6045200" y="10"/>
            <a:ext cx="3343282" cy="2905636"/>
          </a:xfrm>
          <a:custGeom>
            <a:avLst/>
            <a:gdLst/>
            <a:ahLst/>
            <a:cxnLst/>
            <a:rect l="l" t="t" r="r" b="b"/>
            <a:pathLst>
              <a:path w="3343282" h="2905646">
                <a:moveTo>
                  <a:pt x="546801" y="0"/>
                </a:moveTo>
                <a:lnTo>
                  <a:pt x="2796481" y="0"/>
                </a:lnTo>
                <a:lnTo>
                  <a:pt x="2853670" y="51976"/>
                </a:lnTo>
                <a:cubicBezTo>
                  <a:pt x="3156177" y="354484"/>
                  <a:pt x="3343282" y="772394"/>
                  <a:pt x="3343282" y="1234005"/>
                </a:cubicBezTo>
                <a:cubicBezTo>
                  <a:pt x="3343282" y="2157227"/>
                  <a:pt x="2594863" y="2905646"/>
                  <a:pt x="1671641" y="2905646"/>
                </a:cubicBezTo>
                <a:cubicBezTo>
                  <a:pt x="748420" y="2905646"/>
                  <a:pt x="0" y="2157227"/>
                  <a:pt x="0" y="1234005"/>
                </a:cubicBezTo>
                <a:cubicBezTo>
                  <a:pt x="0" y="772394"/>
                  <a:pt x="187105" y="354484"/>
                  <a:pt x="489613" y="51976"/>
                </a:cubicBezTo>
                <a:close/>
              </a:path>
            </a:pathLst>
          </a:custGeom>
        </p:spPr>
      </p:pic>
      <p:pic>
        <p:nvPicPr>
          <p:cNvPr id="6" name="Рисунок 5" descr="Изображение выглядит как символ, графическая вставка, Графика, рисуно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BF5471A-09AE-3120-A473-90534E62AB0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424" r="-4" b="695"/>
          <a:stretch>
            <a:fillRect/>
          </a:stretch>
        </p:blipFill>
        <p:spPr>
          <a:xfrm>
            <a:off x="6172241" y="3154859"/>
            <a:ext cx="4030579" cy="3703141"/>
          </a:xfrm>
          <a:custGeom>
            <a:avLst/>
            <a:gdLst/>
            <a:ahLst/>
            <a:cxnLst/>
            <a:rect l="l" t="t" r="r" b="b"/>
            <a:pathLst>
              <a:path w="4030579" h="3703141">
                <a:moveTo>
                  <a:pt x="2015289" y="0"/>
                </a:moveTo>
                <a:cubicBezTo>
                  <a:pt x="3128303" y="0"/>
                  <a:pt x="4030579" y="902277"/>
                  <a:pt x="4030579" y="2015290"/>
                </a:cubicBezTo>
                <a:cubicBezTo>
                  <a:pt x="4030579" y="2710923"/>
                  <a:pt x="3678127" y="3324237"/>
                  <a:pt x="3142057" y="3686399"/>
                </a:cubicBezTo>
                <a:lnTo>
                  <a:pt x="3114499" y="3703141"/>
                </a:lnTo>
                <a:lnTo>
                  <a:pt x="916080" y="3703141"/>
                </a:lnTo>
                <a:lnTo>
                  <a:pt x="888522" y="3686399"/>
                </a:lnTo>
                <a:cubicBezTo>
                  <a:pt x="352452" y="3324237"/>
                  <a:pt x="0" y="2710923"/>
                  <a:pt x="0" y="2015290"/>
                </a:cubicBezTo>
                <a:cubicBezTo>
                  <a:pt x="0" y="902277"/>
                  <a:pt x="902277" y="0"/>
                  <a:pt x="2015289" y="0"/>
                </a:cubicBezTo>
                <a:close/>
              </a:path>
            </a:pathLst>
          </a:custGeom>
        </p:spPr>
      </p:pic>
      <p:pic>
        <p:nvPicPr>
          <p:cNvPr id="7" name="Рисунок 6" descr="Изображение выглядит как снимок экрана, мультфильм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9509D31-CEC8-EB08-B1B2-6EA80B471C7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0485" r="29287"/>
          <a:stretch>
            <a:fillRect/>
          </a:stretch>
        </p:blipFill>
        <p:spPr>
          <a:xfrm>
            <a:off x="9523005" y="10"/>
            <a:ext cx="2668994" cy="3864758"/>
          </a:xfrm>
          <a:custGeom>
            <a:avLst/>
            <a:gdLst/>
            <a:ahLst/>
            <a:cxnLst/>
            <a:rect l="l" t="t" r="r" b="b"/>
            <a:pathLst>
              <a:path w="2668994" h="3864768">
                <a:moveTo>
                  <a:pt x="1215406" y="0"/>
                </a:moveTo>
                <a:lnTo>
                  <a:pt x="2668994" y="0"/>
                </a:lnTo>
                <a:lnTo>
                  <a:pt x="2668994" y="3754247"/>
                </a:lnTo>
                <a:lnTo>
                  <a:pt x="2614574" y="3774165"/>
                </a:lnTo>
                <a:cubicBezTo>
                  <a:pt x="2425260" y="3833048"/>
                  <a:pt x="2223979" y="3864768"/>
                  <a:pt x="2015289" y="3864768"/>
                </a:cubicBezTo>
                <a:cubicBezTo>
                  <a:pt x="902276" y="3864768"/>
                  <a:pt x="0" y="2962492"/>
                  <a:pt x="0" y="1849479"/>
                </a:cubicBezTo>
                <a:cubicBezTo>
                  <a:pt x="0" y="1084283"/>
                  <a:pt x="426467" y="418692"/>
                  <a:pt x="1054683" y="7742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1433179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D96FDFD-4E42-4A06-B8B5-768A1DB9C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3B5791-229F-51A0-5A0D-B60A7A82C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1368" y="371719"/>
            <a:ext cx="6125964" cy="1906863"/>
          </a:xfrm>
        </p:spPr>
        <p:txBody>
          <a:bodyPr anchor="b">
            <a:normAutofit/>
          </a:bodyPr>
          <a:lstStyle/>
          <a:p>
            <a:r>
              <a:rPr lang="ru-RU" dirty="0">
                <a:latin typeface="Arial Black"/>
              </a:rPr>
              <a:t>Заключение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222798A-2DF2-F492-E547-D2A470D81E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1368" y="2711395"/>
            <a:ext cx="4114801" cy="3465568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>
              <a:buFont typeface="Calibri" panose="020B0604020202020204" pitchFamily="34" charset="0"/>
              <a:buChar char="-"/>
            </a:pPr>
            <a:r>
              <a:rPr lang="ru-RU" sz="1900" dirty="0">
                <a:solidFill>
                  <a:srgbClr val="FF0000"/>
                </a:solidFill>
                <a:latin typeface="Arial Black"/>
                <a:ea typeface="+mn-lt"/>
                <a:cs typeface="+mn-lt"/>
              </a:rPr>
              <a:t>Проект показал</a:t>
            </a:r>
            <a:r>
              <a:rPr lang="ru-RU" sz="1900" dirty="0">
                <a:latin typeface="Arial Black"/>
                <a:ea typeface="+mn-lt"/>
                <a:cs typeface="+mn-lt"/>
              </a:rPr>
              <a:t>, что использование базы данных делает работу</a:t>
            </a:r>
            <a:r>
              <a:rPr lang="ru-RU" sz="1900" dirty="0">
                <a:solidFill>
                  <a:schemeClr val="bg2">
                    <a:lumMod val="49000"/>
                  </a:schemeClr>
                </a:solidFill>
                <a:latin typeface="Arial Black"/>
                <a:ea typeface="+mn-lt"/>
                <a:cs typeface="+mn-lt"/>
              </a:rPr>
              <a:t> службы доставки более удобной и автоматизированной.</a:t>
            </a:r>
            <a:endParaRPr lang="ru-RU" sz="1900">
              <a:solidFill>
                <a:schemeClr val="bg2">
                  <a:lumMod val="49000"/>
                </a:schemeClr>
              </a:solidFill>
              <a:latin typeface="Arial Black"/>
            </a:endParaRPr>
          </a:p>
          <a:p>
            <a:pPr>
              <a:buFont typeface="Calibri" panose="020B0604020202020204" pitchFamily="34" charset="0"/>
              <a:buChar char="-"/>
            </a:pPr>
            <a:r>
              <a:rPr lang="ru-RU" sz="1900" dirty="0">
                <a:solidFill>
                  <a:srgbClr val="FF0000"/>
                </a:solidFill>
                <a:latin typeface="Arial Black"/>
                <a:ea typeface="+mn-lt"/>
                <a:cs typeface="+mn-lt"/>
              </a:rPr>
              <a:t>Базу</a:t>
            </a:r>
            <a:r>
              <a:rPr lang="ru-RU" sz="1900" dirty="0">
                <a:latin typeface="Arial Black"/>
                <a:ea typeface="+mn-lt"/>
                <a:cs typeface="+mn-lt"/>
              </a:rPr>
              <a:t> можно расширить: добавить учёт оплат, статистику </a:t>
            </a:r>
            <a:r>
              <a:rPr lang="ru-RU" sz="1900" dirty="0">
                <a:solidFill>
                  <a:schemeClr val="bg2">
                    <a:lumMod val="49000"/>
                  </a:schemeClr>
                </a:solidFill>
                <a:latin typeface="Arial Black"/>
                <a:ea typeface="+mn-lt"/>
                <a:cs typeface="+mn-lt"/>
              </a:rPr>
              <a:t>и интеграцию с онлайн-заказами.</a:t>
            </a:r>
            <a:endParaRPr lang="ru-RU" sz="1900">
              <a:solidFill>
                <a:schemeClr val="bg2">
                  <a:lumMod val="49000"/>
                </a:schemeClr>
              </a:solidFill>
              <a:latin typeface="Arial Black"/>
            </a:endParaRPr>
          </a:p>
          <a:p>
            <a:pPr>
              <a:buFont typeface="Calibri" panose="020B0604020202020204" pitchFamily="34" charset="0"/>
              <a:buChar char="-"/>
            </a:pPr>
            <a:r>
              <a:rPr lang="ru-RU" sz="1900" dirty="0">
                <a:solidFill>
                  <a:srgbClr val="FF0000"/>
                </a:solidFill>
                <a:latin typeface="Arial Black"/>
                <a:ea typeface="+mn-lt"/>
                <a:cs typeface="+mn-lt"/>
              </a:rPr>
              <a:t>Работа достигла</a:t>
            </a:r>
            <a:r>
              <a:rPr lang="ru-RU" sz="1900" dirty="0">
                <a:latin typeface="Arial Black"/>
                <a:ea typeface="+mn-lt"/>
                <a:cs typeface="+mn-lt"/>
              </a:rPr>
              <a:t> поставленных целей и </a:t>
            </a:r>
            <a:r>
              <a:rPr lang="ru-RU" sz="1900" dirty="0">
                <a:solidFill>
                  <a:schemeClr val="bg2">
                    <a:lumMod val="49000"/>
                  </a:schemeClr>
                </a:solidFill>
                <a:latin typeface="Arial Black"/>
                <a:ea typeface="+mn-lt"/>
                <a:cs typeface="+mn-lt"/>
              </a:rPr>
              <a:t>показала практическую ценность.</a:t>
            </a:r>
            <a:endParaRPr lang="ru-RU" sz="1900">
              <a:solidFill>
                <a:schemeClr val="bg2">
                  <a:lumMod val="49000"/>
                </a:schemeClr>
              </a:solidFill>
              <a:latin typeface="Arial Black"/>
            </a:endParaRPr>
          </a:p>
        </p:txBody>
      </p:sp>
      <p:pic>
        <p:nvPicPr>
          <p:cNvPr id="5" name="Рисунок 4" descr="Изображение выглядит как мультфильм, искусств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08536E3-4468-6178-4373-DAB8F3A2D96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0627" b="3"/>
          <a:stretch>
            <a:fillRect/>
          </a:stretch>
        </p:blipFill>
        <p:spPr>
          <a:xfrm>
            <a:off x="8452968" y="3681465"/>
            <a:ext cx="3747932" cy="3176541"/>
          </a:xfrm>
          <a:custGeom>
            <a:avLst/>
            <a:gdLst/>
            <a:ahLst/>
            <a:cxnLst/>
            <a:rect l="l" t="t" r="r" b="b"/>
            <a:pathLst>
              <a:path w="3747932" h="3176541">
                <a:moveTo>
                  <a:pt x="3239865" y="21"/>
                </a:moveTo>
                <a:cubicBezTo>
                  <a:pt x="3261821" y="112"/>
                  <a:pt x="3278837" y="498"/>
                  <a:pt x="3290337" y="938"/>
                </a:cubicBezTo>
                <a:cubicBezTo>
                  <a:pt x="3401766" y="5376"/>
                  <a:pt x="3510165" y="23128"/>
                  <a:pt x="3616543" y="49449"/>
                </a:cubicBezTo>
                <a:lnTo>
                  <a:pt x="3747932" y="87091"/>
                </a:lnTo>
                <a:lnTo>
                  <a:pt x="3747932" y="3176541"/>
                </a:lnTo>
                <a:lnTo>
                  <a:pt x="401358" y="3176541"/>
                </a:lnTo>
                <a:lnTo>
                  <a:pt x="398780" y="3136258"/>
                </a:lnTo>
                <a:cubicBezTo>
                  <a:pt x="400956" y="3079023"/>
                  <a:pt x="437945" y="3052703"/>
                  <a:pt x="483325" y="3030665"/>
                </a:cubicBezTo>
                <a:cubicBezTo>
                  <a:pt x="498866" y="3023015"/>
                  <a:pt x="520932" y="3023320"/>
                  <a:pt x="526840" y="2999447"/>
                </a:cubicBezTo>
                <a:cubicBezTo>
                  <a:pt x="501352" y="2976798"/>
                  <a:pt x="470270" y="2995161"/>
                  <a:pt x="442916" y="2988735"/>
                </a:cubicBezTo>
                <a:cubicBezTo>
                  <a:pt x="420228" y="2983533"/>
                  <a:pt x="382618" y="2986286"/>
                  <a:pt x="413701" y="2944662"/>
                </a:cubicBezTo>
                <a:cubicBezTo>
                  <a:pt x="422716" y="2932726"/>
                  <a:pt x="412147" y="2923542"/>
                  <a:pt x="400645" y="2922625"/>
                </a:cubicBezTo>
                <a:cubicBezTo>
                  <a:pt x="308644" y="2913137"/>
                  <a:pt x="350915" y="2828968"/>
                  <a:pt x="321386" y="2784590"/>
                </a:cubicBezTo>
                <a:cubicBezTo>
                  <a:pt x="313307" y="2772348"/>
                  <a:pt x="322010" y="2751230"/>
                  <a:pt x="334753" y="2746027"/>
                </a:cubicBezTo>
                <a:cubicBezTo>
                  <a:pt x="416187" y="2711746"/>
                  <a:pt x="427377" y="2630027"/>
                  <a:pt x="466852" y="2559632"/>
                </a:cubicBezTo>
                <a:cubicBezTo>
                  <a:pt x="423957" y="2531782"/>
                  <a:pt x="372673" y="2525661"/>
                  <a:pt x="326361" y="2507602"/>
                </a:cubicBezTo>
                <a:cubicBezTo>
                  <a:pt x="278183" y="2488626"/>
                  <a:pt x="278183" y="2474547"/>
                  <a:pt x="317968" y="2419457"/>
                </a:cubicBezTo>
                <a:cubicBezTo>
                  <a:pt x="214465" y="2407519"/>
                  <a:pt x="214465" y="2407519"/>
                  <a:pt x="246479" y="2320903"/>
                </a:cubicBezTo>
                <a:cubicBezTo>
                  <a:pt x="159758" y="2312945"/>
                  <a:pt x="102570" y="2271933"/>
                  <a:pt x="89205" y="2182255"/>
                </a:cubicBezTo>
                <a:cubicBezTo>
                  <a:pt x="82677" y="2138795"/>
                  <a:pt x="43514" y="2118290"/>
                  <a:pt x="0" y="2089213"/>
                </a:cubicBezTo>
                <a:cubicBezTo>
                  <a:pt x="54081" y="2061053"/>
                  <a:pt x="90759" y="2002290"/>
                  <a:pt x="153855" y="2064423"/>
                </a:cubicBezTo>
                <a:cubicBezTo>
                  <a:pt x="176855" y="2087070"/>
                  <a:pt x="174683" y="2058300"/>
                  <a:pt x="177788" y="2050037"/>
                </a:cubicBezTo>
                <a:cubicBezTo>
                  <a:pt x="185247" y="2029838"/>
                  <a:pt x="169707" y="2016369"/>
                  <a:pt x="159450" y="2001067"/>
                </a:cubicBezTo>
                <a:cubicBezTo>
                  <a:pt x="149504" y="1985763"/>
                  <a:pt x="137691" y="1969543"/>
                  <a:pt x="134895" y="1952400"/>
                </a:cubicBezTo>
                <a:cubicBezTo>
                  <a:pt x="133031" y="1940465"/>
                  <a:pt x="142044" y="1923021"/>
                  <a:pt x="151990" y="1914144"/>
                </a:cubicBezTo>
                <a:cubicBezTo>
                  <a:pt x="204209" y="1867316"/>
                  <a:pt x="173127" y="1762030"/>
                  <a:pt x="271969" y="1748562"/>
                </a:cubicBezTo>
                <a:cubicBezTo>
                  <a:pt x="316415" y="1742443"/>
                  <a:pt x="337860" y="1703878"/>
                  <a:pt x="370497" y="1682760"/>
                </a:cubicBezTo>
                <a:cubicBezTo>
                  <a:pt x="483946" y="1608999"/>
                  <a:pt x="559787" y="1514119"/>
                  <a:pt x="594908" y="1383735"/>
                </a:cubicBezTo>
                <a:cubicBezTo>
                  <a:pt x="604543" y="1347620"/>
                  <a:pt x="641532" y="1318542"/>
                  <a:pt x="665465" y="1286713"/>
                </a:cubicBezTo>
                <a:cubicBezTo>
                  <a:pt x="653963" y="1263452"/>
                  <a:pt x="591178" y="1313647"/>
                  <a:pt x="613246" y="1252435"/>
                </a:cubicBezTo>
                <a:cubicBezTo>
                  <a:pt x="630030" y="1206524"/>
                  <a:pt x="672925" y="1178060"/>
                  <a:pt x="713332" y="1150820"/>
                </a:cubicBezTo>
                <a:cubicBezTo>
                  <a:pt x="759333" y="1119908"/>
                  <a:pt x="810307" y="1095117"/>
                  <a:pt x="831133" y="1037883"/>
                </a:cubicBezTo>
                <a:cubicBezTo>
                  <a:pt x="835485" y="1025640"/>
                  <a:pt x="849470" y="1012785"/>
                  <a:pt x="861903" y="1007887"/>
                </a:cubicBezTo>
                <a:cubicBezTo>
                  <a:pt x="1469751" y="63584"/>
                  <a:pt x="2910527" y="-1353"/>
                  <a:pt x="3239865" y="21"/>
                </a:cubicBezTo>
                <a:close/>
              </a:path>
            </a:pathLst>
          </a:cu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B40A70F-FB60-92BA-0151-2100EAE81F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403" r="15419"/>
          <a:stretch>
            <a:fillRect/>
          </a:stretch>
        </p:blipFill>
        <p:spPr>
          <a:xfrm>
            <a:off x="5398276" y="2457970"/>
            <a:ext cx="3458367" cy="3476265"/>
          </a:xfrm>
          <a:custGeom>
            <a:avLst/>
            <a:gdLst/>
            <a:ahLst/>
            <a:cxnLst/>
            <a:rect l="l" t="t" r="r" b="b"/>
            <a:pathLst>
              <a:path w="3458367" h="3476265">
                <a:moveTo>
                  <a:pt x="549716" y="15"/>
                </a:moveTo>
                <a:cubicBezTo>
                  <a:pt x="557611" y="271"/>
                  <a:pt x="565778" y="3856"/>
                  <a:pt x="573176" y="4995"/>
                </a:cubicBezTo>
                <a:cubicBezTo>
                  <a:pt x="736504" y="30493"/>
                  <a:pt x="899830" y="58040"/>
                  <a:pt x="1063336" y="82398"/>
                </a:cubicBezTo>
                <a:cubicBezTo>
                  <a:pt x="1216195" y="105163"/>
                  <a:pt x="1370136" y="110398"/>
                  <a:pt x="1523717" y="122237"/>
                </a:cubicBezTo>
                <a:cubicBezTo>
                  <a:pt x="1709602" y="136580"/>
                  <a:pt x="1895127" y="156841"/>
                  <a:pt x="2079929" y="188711"/>
                </a:cubicBezTo>
                <a:cubicBezTo>
                  <a:pt x="2208244" y="211023"/>
                  <a:pt x="2337823" y="226502"/>
                  <a:pt x="2467943" y="208745"/>
                </a:cubicBezTo>
                <a:cubicBezTo>
                  <a:pt x="2474439" y="207834"/>
                  <a:pt x="2481839" y="204876"/>
                  <a:pt x="2487253" y="207834"/>
                </a:cubicBezTo>
                <a:cubicBezTo>
                  <a:pt x="2550419" y="241073"/>
                  <a:pt x="2619357" y="217168"/>
                  <a:pt x="2684869" y="238113"/>
                </a:cubicBezTo>
                <a:cubicBezTo>
                  <a:pt x="2668085" y="318930"/>
                  <a:pt x="2596077" y="312327"/>
                  <a:pt x="2555471" y="368331"/>
                </a:cubicBezTo>
                <a:cubicBezTo>
                  <a:pt x="2621704" y="390639"/>
                  <a:pt x="2681259" y="413178"/>
                  <a:pt x="2741717" y="430023"/>
                </a:cubicBezTo>
                <a:cubicBezTo>
                  <a:pt x="2805785" y="447780"/>
                  <a:pt x="2860106" y="495816"/>
                  <a:pt x="2922728" y="517216"/>
                </a:cubicBezTo>
                <a:cubicBezTo>
                  <a:pt x="2936085" y="521769"/>
                  <a:pt x="2952146" y="537704"/>
                  <a:pt x="2956838" y="553184"/>
                </a:cubicBezTo>
                <a:cubicBezTo>
                  <a:pt x="2971997" y="603269"/>
                  <a:pt x="3274647" y="743732"/>
                  <a:pt x="3238914" y="788350"/>
                </a:cubicBezTo>
                <a:cubicBezTo>
                  <a:pt x="3224116" y="806791"/>
                  <a:pt x="3204986" y="819994"/>
                  <a:pt x="3184953" y="838207"/>
                </a:cubicBezTo>
                <a:cubicBezTo>
                  <a:pt x="3215093" y="872582"/>
                  <a:pt x="3249020" y="887608"/>
                  <a:pt x="3285115" y="897852"/>
                </a:cubicBezTo>
                <a:cubicBezTo>
                  <a:pt x="3295944" y="901039"/>
                  <a:pt x="3306591" y="907413"/>
                  <a:pt x="3307674" y="922894"/>
                </a:cubicBezTo>
                <a:cubicBezTo>
                  <a:pt x="3308757" y="939056"/>
                  <a:pt x="3297748" y="945429"/>
                  <a:pt x="3288544" y="952944"/>
                </a:cubicBezTo>
                <a:cubicBezTo>
                  <a:pt x="3275731" y="963415"/>
                  <a:pt x="3263278" y="972523"/>
                  <a:pt x="3247036" y="973888"/>
                </a:cubicBezTo>
                <a:cubicBezTo>
                  <a:pt x="3220325" y="975937"/>
                  <a:pt x="3207513" y="1005076"/>
                  <a:pt x="3191993" y="1026930"/>
                </a:cubicBezTo>
                <a:cubicBezTo>
                  <a:pt x="3183330" y="1039224"/>
                  <a:pt x="3178998" y="1064037"/>
                  <a:pt x="3194157" y="1068363"/>
                </a:cubicBezTo>
                <a:cubicBezTo>
                  <a:pt x="3230613" y="1078837"/>
                  <a:pt x="3227725" y="1109114"/>
                  <a:pt x="3226824" y="1143489"/>
                </a:cubicBezTo>
                <a:cubicBezTo>
                  <a:pt x="3225560" y="1186061"/>
                  <a:pt x="3204083" y="1205638"/>
                  <a:pt x="3177734" y="1222030"/>
                </a:cubicBezTo>
                <a:cubicBezTo>
                  <a:pt x="3168711" y="1227720"/>
                  <a:pt x="3155898" y="1227493"/>
                  <a:pt x="3152469" y="1245250"/>
                </a:cubicBezTo>
                <a:cubicBezTo>
                  <a:pt x="3167267" y="1262097"/>
                  <a:pt x="3185314" y="1248439"/>
                  <a:pt x="3201197" y="1253218"/>
                </a:cubicBezTo>
                <a:cubicBezTo>
                  <a:pt x="3214370" y="1257088"/>
                  <a:pt x="3236208" y="1255040"/>
                  <a:pt x="3218160" y="1286000"/>
                </a:cubicBezTo>
                <a:cubicBezTo>
                  <a:pt x="3212926" y="1294878"/>
                  <a:pt x="3219062" y="1301709"/>
                  <a:pt x="3225741" y="1302392"/>
                </a:cubicBezTo>
                <a:cubicBezTo>
                  <a:pt x="3279159" y="1309449"/>
                  <a:pt x="3254615" y="1372054"/>
                  <a:pt x="3271761" y="1405063"/>
                </a:cubicBezTo>
                <a:cubicBezTo>
                  <a:pt x="3276452" y="1414169"/>
                  <a:pt x="3271399" y="1429877"/>
                  <a:pt x="3263999" y="1433747"/>
                </a:cubicBezTo>
                <a:cubicBezTo>
                  <a:pt x="3216716" y="1459245"/>
                  <a:pt x="3210220" y="1520028"/>
                  <a:pt x="3187299" y="1572389"/>
                </a:cubicBezTo>
                <a:cubicBezTo>
                  <a:pt x="3212205" y="1593104"/>
                  <a:pt x="3241982" y="1597657"/>
                  <a:pt x="3268872" y="1611089"/>
                </a:cubicBezTo>
                <a:cubicBezTo>
                  <a:pt x="3296846" y="1625204"/>
                  <a:pt x="3296846" y="1635676"/>
                  <a:pt x="3273746" y="1676653"/>
                </a:cubicBezTo>
                <a:cubicBezTo>
                  <a:pt x="3333842" y="1685532"/>
                  <a:pt x="3333842" y="1685532"/>
                  <a:pt x="3315254" y="1749957"/>
                </a:cubicBezTo>
                <a:cubicBezTo>
                  <a:pt x="3365607" y="1755877"/>
                  <a:pt x="3398812" y="1786382"/>
                  <a:pt x="3406572" y="1853085"/>
                </a:cubicBezTo>
                <a:cubicBezTo>
                  <a:pt x="3410362" y="1885411"/>
                  <a:pt x="3433101" y="1900663"/>
                  <a:pt x="3458367" y="1922291"/>
                </a:cubicBezTo>
                <a:cubicBezTo>
                  <a:pt x="3426966" y="1943236"/>
                  <a:pt x="3405669" y="1986945"/>
                  <a:pt x="3369034" y="1940730"/>
                </a:cubicBezTo>
                <a:cubicBezTo>
                  <a:pt x="3355680" y="1923885"/>
                  <a:pt x="3356941" y="1945284"/>
                  <a:pt x="3355138" y="1951430"/>
                </a:cubicBezTo>
                <a:cubicBezTo>
                  <a:pt x="3350807" y="1966455"/>
                  <a:pt x="3359830" y="1976472"/>
                  <a:pt x="3365786" y="1987854"/>
                </a:cubicBezTo>
                <a:cubicBezTo>
                  <a:pt x="3371561" y="1999237"/>
                  <a:pt x="3378420" y="2011302"/>
                  <a:pt x="3380043" y="2024054"/>
                </a:cubicBezTo>
                <a:cubicBezTo>
                  <a:pt x="3381125" y="2032931"/>
                  <a:pt x="3375892" y="2045905"/>
                  <a:pt x="3370117" y="2052509"/>
                </a:cubicBezTo>
                <a:cubicBezTo>
                  <a:pt x="3339797" y="2087340"/>
                  <a:pt x="3357844" y="2165652"/>
                  <a:pt x="3300454" y="2175670"/>
                </a:cubicBezTo>
                <a:cubicBezTo>
                  <a:pt x="3274647" y="2180221"/>
                  <a:pt x="3262195" y="2208906"/>
                  <a:pt x="3243246" y="2224614"/>
                </a:cubicBezTo>
                <a:cubicBezTo>
                  <a:pt x="3177374" y="2279478"/>
                  <a:pt x="3133338" y="2350051"/>
                  <a:pt x="3112946" y="2447031"/>
                </a:cubicBezTo>
                <a:cubicBezTo>
                  <a:pt x="3107352" y="2473894"/>
                  <a:pt x="3085875" y="2495522"/>
                  <a:pt x="3071979" y="2519197"/>
                </a:cubicBezTo>
                <a:cubicBezTo>
                  <a:pt x="3078657" y="2536499"/>
                  <a:pt x="3115112" y="2499164"/>
                  <a:pt x="3102298" y="2544694"/>
                </a:cubicBezTo>
                <a:cubicBezTo>
                  <a:pt x="3092553" y="2578843"/>
                  <a:pt x="3067647" y="2600014"/>
                  <a:pt x="3044185" y="2620276"/>
                </a:cubicBezTo>
                <a:cubicBezTo>
                  <a:pt x="3017476" y="2643268"/>
                  <a:pt x="2987879" y="2661708"/>
                  <a:pt x="2975787" y="2704279"/>
                </a:cubicBezTo>
                <a:cubicBezTo>
                  <a:pt x="2973260" y="2713386"/>
                  <a:pt x="2965140" y="2722947"/>
                  <a:pt x="2957921" y="2726591"/>
                </a:cubicBezTo>
                <a:cubicBezTo>
                  <a:pt x="2581458" y="3475797"/>
                  <a:pt x="1654740" y="3480805"/>
                  <a:pt x="1547901" y="3475568"/>
                </a:cubicBezTo>
                <a:cubicBezTo>
                  <a:pt x="1418503" y="3468966"/>
                  <a:pt x="1296143" y="3422753"/>
                  <a:pt x="1176132" y="3365156"/>
                </a:cubicBezTo>
                <a:cubicBezTo>
                  <a:pt x="1125418" y="3340797"/>
                  <a:pt x="1078316" y="3306195"/>
                  <a:pt x="1029045" y="3279332"/>
                </a:cubicBezTo>
                <a:cubicBezTo>
                  <a:pt x="961009" y="3242223"/>
                  <a:pt x="908492" y="3171424"/>
                  <a:pt x="840634" y="3141601"/>
                </a:cubicBezTo>
                <a:cubicBezTo>
                  <a:pt x="770793" y="3110867"/>
                  <a:pt x="711057" y="3054638"/>
                  <a:pt x="639229" y="3030734"/>
                </a:cubicBezTo>
                <a:cubicBezTo>
                  <a:pt x="601330" y="3017985"/>
                  <a:pt x="564695" y="2994993"/>
                  <a:pt x="570649" y="2929200"/>
                </a:cubicBezTo>
                <a:cubicBezTo>
                  <a:pt x="572274" y="2910532"/>
                  <a:pt x="562349" y="2895282"/>
                  <a:pt x="546647" y="2900745"/>
                </a:cubicBezTo>
                <a:cubicBezTo>
                  <a:pt x="516690" y="2910989"/>
                  <a:pt x="503154" y="2883898"/>
                  <a:pt x="486550" y="2863636"/>
                </a:cubicBezTo>
                <a:cubicBezTo>
                  <a:pt x="456953" y="2827667"/>
                  <a:pt x="428801" y="2789422"/>
                  <a:pt x="381697" y="2783503"/>
                </a:cubicBezTo>
                <a:cubicBezTo>
                  <a:pt x="390720" y="2755272"/>
                  <a:pt x="406060" y="2759371"/>
                  <a:pt x="420137" y="2765290"/>
                </a:cubicBezTo>
                <a:cubicBezTo>
                  <a:pt x="457133" y="2780772"/>
                  <a:pt x="493769" y="2798300"/>
                  <a:pt x="530765" y="2813781"/>
                </a:cubicBezTo>
                <a:cubicBezTo>
                  <a:pt x="554948" y="2823799"/>
                  <a:pt x="578952" y="2837912"/>
                  <a:pt x="611257" y="2826755"/>
                </a:cubicBezTo>
                <a:cubicBezTo>
                  <a:pt x="583463" y="2769843"/>
                  <a:pt x="536180" y="2759598"/>
                  <a:pt x="497920" y="2742071"/>
                </a:cubicBezTo>
                <a:cubicBezTo>
                  <a:pt x="450096" y="2719988"/>
                  <a:pt x="421942" y="2678326"/>
                  <a:pt x="388193" y="2631885"/>
                </a:cubicBezTo>
                <a:cubicBezTo>
                  <a:pt x="423386" y="2620730"/>
                  <a:pt x="445223" y="2654879"/>
                  <a:pt x="472834" y="2653056"/>
                </a:cubicBezTo>
                <a:cubicBezTo>
                  <a:pt x="474279" y="2647140"/>
                  <a:pt x="476804" y="2638488"/>
                  <a:pt x="476444" y="2638259"/>
                </a:cubicBezTo>
                <a:cubicBezTo>
                  <a:pt x="431326" y="2612763"/>
                  <a:pt x="410211" y="2564956"/>
                  <a:pt x="403173" y="2507131"/>
                </a:cubicBezTo>
                <a:cubicBezTo>
                  <a:pt x="399563" y="2477310"/>
                  <a:pt x="383140" y="2467976"/>
                  <a:pt x="366897" y="2454316"/>
                </a:cubicBezTo>
                <a:cubicBezTo>
                  <a:pt x="310230" y="2405826"/>
                  <a:pt x="250314" y="2361890"/>
                  <a:pt x="203752" y="2295188"/>
                </a:cubicBezTo>
                <a:cubicBezTo>
                  <a:pt x="257532" y="2304066"/>
                  <a:pt x="300665" y="2347547"/>
                  <a:pt x="358597" y="2366215"/>
                </a:cubicBezTo>
                <a:cubicBezTo>
                  <a:pt x="312577" y="2292910"/>
                  <a:pt x="253020" y="2255803"/>
                  <a:pt x="198698" y="2211409"/>
                </a:cubicBezTo>
                <a:cubicBezTo>
                  <a:pt x="173974" y="2191149"/>
                  <a:pt x="151055" y="2165197"/>
                  <a:pt x="121097" y="2154269"/>
                </a:cubicBezTo>
                <a:cubicBezTo>
                  <a:pt x="110448" y="2150400"/>
                  <a:pt x="92943" y="2142204"/>
                  <a:pt x="101425" y="2120577"/>
                </a:cubicBezTo>
                <a:cubicBezTo>
                  <a:pt x="108643" y="2102593"/>
                  <a:pt x="122900" y="2108055"/>
                  <a:pt x="135895" y="2113292"/>
                </a:cubicBezTo>
                <a:cubicBezTo>
                  <a:pt x="167116" y="2126269"/>
                  <a:pt x="199421" y="2126495"/>
                  <a:pt x="241652" y="2126269"/>
                </a:cubicBezTo>
                <a:cubicBezTo>
                  <a:pt x="206279" y="2066851"/>
                  <a:pt x="141489" y="2084608"/>
                  <a:pt x="111170" y="2022231"/>
                </a:cubicBezTo>
                <a:cubicBezTo>
                  <a:pt x="149069" y="2011302"/>
                  <a:pt x="178305" y="2033841"/>
                  <a:pt x="208987" y="2038166"/>
                </a:cubicBezTo>
                <a:cubicBezTo>
                  <a:pt x="236777" y="2042036"/>
                  <a:pt x="243636" y="2031565"/>
                  <a:pt x="237139" y="1997188"/>
                </a:cubicBezTo>
                <a:cubicBezTo>
                  <a:pt x="227034" y="1943690"/>
                  <a:pt x="242193" y="1916371"/>
                  <a:pt x="282618" y="1930941"/>
                </a:cubicBezTo>
                <a:cubicBezTo>
                  <a:pt x="320155" y="1944601"/>
                  <a:pt x="324125" y="1924568"/>
                  <a:pt x="314019" y="1894062"/>
                </a:cubicBezTo>
                <a:cubicBezTo>
                  <a:pt x="299582" y="1849671"/>
                  <a:pt x="316004" y="1815295"/>
                  <a:pt x="327194" y="1777960"/>
                </a:cubicBezTo>
                <a:cubicBezTo>
                  <a:pt x="344339" y="1721045"/>
                  <a:pt x="337121" y="1693272"/>
                  <a:pt x="300123" y="1650929"/>
                </a:cubicBezTo>
                <a:cubicBezTo>
                  <a:pt x="279370" y="1627251"/>
                  <a:pt x="256992" y="1607219"/>
                  <a:pt x="226852" y="1586731"/>
                </a:cubicBezTo>
                <a:cubicBezTo>
                  <a:pt x="296334" y="1575576"/>
                  <a:pt x="223423" y="1538013"/>
                  <a:pt x="247968" y="1514564"/>
                </a:cubicBezTo>
                <a:cubicBezTo>
                  <a:pt x="297056" y="1505003"/>
                  <a:pt x="337121" y="1579673"/>
                  <a:pt x="403895" y="1558274"/>
                </a:cubicBezTo>
                <a:cubicBezTo>
                  <a:pt x="321420" y="1493619"/>
                  <a:pt x="230281" y="1472448"/>
                  <a:pt x="170546" y="1386396"/>
                </a:cubicBezTo>
                <a:cubicBezTo>
                  <a:pt x="184261" y="1366817"/>
                  <a:pt x="197977" y="1385030"/>
                  <a:pt x="209707" y="1377746"/>
                </a:cubicBezTo>
                <a:cubicBezTo>
                  <a:pt x="209346" y="1373192"/>
                  <a:pt x="210250" y="1366362"/>
                  <a:pt x="208083" y="1364314"/>
                </a:cubicBezTo>
                <a:cubicBezTo>
                  <a:pt x="163508" y="1317416"/>
                  <a:pt x="162784" y="1316279"/>
                  <a:pt x="210610" y="1281675"/>
                </a:cubicBezTo>
                <a:cubicBezTo>
                  <a:pt x="227394" y="1269609"/>
                  <a:pt x="225950" y="1258909"/>
                  <a:pt x="217108" y="1243657"/>
                </a:cubicBezTo>
                <a:cubicBezTo>
                  <a:pt x="210790" y="1232957"/>
                  <a:pt x="203211" y="1223395"/>
                  <a:pt x="206820" y="1199947"/>
                </a:cubicBezTo>
                <a:cubicBezTo>
                  <a:pt x="232988" y="1229998"/>
                  <a:pt x="359499" y="1220208"/>
                  <a:pt x="381877" y="1217021"/>
                </a:cubicBezTo>
                <a:cubicBezTo>
                  <a:pt x="406963" y="1213607"/>
                  <a:pt x="431688" y="1199037"/>
                  <a:pt x="458035" y="1207003"/>
                </a:cubicBezTo>
                <a:cubicBezTo>
                  <a:pt x="479150" y="1213381"/>
                  <a:pt x="576966" y="1275073"/>
                  <a:pt x="590863" y="1204273"/>
                </a:cubicBezTo>
                <a:cubicBezTo>
                  <a:pt x="591585" y="1200858"/>
                  <a:pt x="631107" y="1208826"/>
                  <a:pt x="652403" y="1212696"/>
                </a:cubicBezTo>
                <a:cubicBezTo>
                  <a:pt x="671172" y="1215883"/>
                  <a:pt x="692288" y="1229998"/>
                  <a:pt x="704920" y="1201769"/>
                </a:cubicBezTo>
                <a:cubicBezTo>
                  <a:pt x="712320" y="1185150"/>
                  <a:pt x="681820" y="1153051"/>
                  <a:pt x="654569" y="1150320"/>
                </a:cubicBezTo>
                <a:cubicBezTo>
                  <a:pt x="630926" y="1147814"/>
                  <a:pt x="606202" y="1144172"/>
                  <a:pt x="583643" y="1151001"/>
                </a:cubicBezTo>
                <a:cubicBezTo>
                  <a:pt x="555852" y="1159198"/>
                  <a:pt x="540873" y="1145995"/>
                  <a:pt x="533111" y="1117538"/>
                </a:cubicBezTo>
                <a:cubicBezTo>
                  <a:pt x="524450" y="1086122"/>
                  <a:pt x="507845" y="1071550"/>
                  <a:pt x="484926" y="1056980"/>
                </a:cubicBezTo>
                <a:cubicBezTo>
                  <a:pt x="429340" y="1021696"/>
                  <a:pt x="375921" y="980946"/>
                  <a:pt x="314922" y="960456"/>
                </a:cubicBezTo>
                <a:cubicBezTo>
                  <a:pt x="302830" y="956358"/>
                  <a:pt x="289476" y="950894"/>
                  <a:pt x="283881" y="923805"/>
                </a:cubicBezTo>
                <a:cubicBezTo>
                  <a:pt x="449013" y="964326"/>
                  <a:pt x="599526" y="1069958"/>
                  <a:pt x="769890" y="1063811"/>
                </a:cubicBezTo>
                <a:cubicBezTo>
                  <a:pt x="723329" y="1030346"/>
                  <a:pt x="669369" y="1028524"/>
                  <a:pt x="619738" y="1005076"/>
                </a:cubicBezTo>
                <a:cubicBezTo>
                  <a:pt x="654930" y="987546"/>
                  <a:pt x="687956" y="1005759"/>
                  <a:pt x="721344" y="1015777"/>
                </a:cubicBezTo>
                <a:cubicBezTo>
                  <a:pt x="749317" y="1023970"/>
                  <a:pt x="774583" y="1025337"/>
                  <a:pt x="777650" y="976393"/>
                </a:cubicBezTo>
                <a:cubicBezTo>
                  <a:pt x="776566" y="973205"/>
                  <a:pt x="776747" y="969107"/>
                  <a:pt x="776929" y="965238"/>
                </a:cubicBezTo>
                <a:cubicBezTo>
                  <a:pt x="767542" y="944976"/>
                  <a:pt x="752926" y="934504"/>
                  <a:pt x="735601" y="928584"/>
                </a:cubicBezTo>
                <a:cubicBezTo>
                  <a:pt x="725133" y="924942"/>
                  <a:pt x="711237" y="919478"/>
                  <a:pt x="711416" y="904909"/>
                </a:cubicBezTo>
                <a:cubicBezTo>
                  <a:pt x="711958" y="850955"/>
                  <a:pt x="678571" y="835246"/>
                  <a:pt x="645185" y="819539"/>
                </a:cubicBezTo>
                <a:cubicBezTo>
                  <a:pt x="663773" y="792676"/>
                  <a:pt x="678391" y="812481"/>
                  <a:pt x="692468" y="810433"/>
                </a:cubicBezTo>
                <a:cubicBezTo>
                  <a:pt x="701672" y="809067"/>
                  <a:pt x="709973" y="806563"/>
                  <a:pt x="709973" y="792676"/>
                </a:cubicBezTo>
                <a:cubicBezTo>
                  <a:pt x="710154" y="781065"/>
                  <a:pt x="705822" y="767861"/>
                  <a:pt x="696799" y="767635"/>
                </a:cubicBezTo>
                <a:cubicBezTo>
                  <a:pt x="640312" y="765585"/>
                  <a:pt x="609090" y="690914"/>
                  <a:pt x="550437" y="690687"/>
                </a:cubicBezTo>
                <a:cubicBezTo>
                  <a:pt x="515425" y="690687"/>
                  <a:pt x="568666" y="648572"/>
                  <a:pt x="539068" y="631042"/>
                </a:cubicBezTo>
                <a:cubicBezTo>
                  <a:pt x="532570" y="627171"/>
                  <a:pt x="556032" y="621254"/>
                  <a:pt x="566500" y="622164"/>
                </a:cubicBezTo>
                <a:cubicBezTo>
                  <a:pt x="576786" y="623074"/>
                  <a:pt x="585990" y="634229"/>
                  <a:pt x="598443" y="626261"/>
                </a:cubicBezTo>
                <a:cubicBezTo>
                  <a:pt x="605300" y="597806"/>
                  <a:pt x="587615" y="587332"/>
                  <a:pt x="572996" y="579365"/>
                </a:cubicBezTo>
                <a:cubicBezTo>
                  <a:pt x="539247" y="560925"/>
                  <a:pt x="506402" y="538615"/>
                  <a:pt x="469405" y="532013"/>
                </a:cubicBezTo>
                <a:cubicBezTo>
                  <a:pt x="456232" y="529737"/>
                  <a:pt x="488355" y="499231"/>
                  <a:pt x="494671" y="488532"/>
                </a:cubicBezTo>
                <a:cubicBezTo>
                  <a:pt x="345782" y="376071"/>
                  <a:pt x="166756" y="381762"/>
                  <a:pt x="0" y="290928"/>
                </a:cubicBezTo>
                <a:cubicBezTo>
                  <a:pt x="36817" y="273173"/>
                  <a:pt x="63887" y="286148"/>
                  <a:pt x="88973" y="288880"/>
                </a:cubicBezTo>
                <a:cubicBezTo>
                  <a:pt x="151595" y="295708"/>
                  <a:pt x="213498" y="309822"/>
                  <a:pt x="275940" y="318246"/>
                </a:cubicBezTo>
                <a:cubicBezTo>
                  <a:pt x="306620" y="322344"/>
                  <a:pt x="335134" y="337824"/>
                  <a:pt x="369424" y="313239"/>
                </a:cubicBezTo>
                <a:cubicBezTo>
                  <a:pt x="392343" y="296847"/>
                  <a:pt x="428980" y="314604"/>
                  <a:pt x="457133" y="329174"/>
                </a:cubicBezTo>
                <a:cubicBezTo>
                  <a:pt x="480414" y="341238"/>
                  <a:pt x="502612" y="344425"/>
                  <a:pt x="533474" y="329174"/>
                </a:cubicBezTo>
                <a:cubicBezTo>
                  <a:pt x="505501" y="319841"/>
                  <a:pt x="484023" y="311645"/>
                  <a:pt x="462006" y="305953"/>
                </a:cubicBezTo>
                <a:cubicBezTo>
                  <a:pt x="444501" y="301400"/>
                  <a:pt x="486189" y="282960"/>
                  <a:pt x="507484" y="285237"/>
                </a:cubicBezTo>
                <a:cubicBezTo>
                  <a:pt x="537263" y="288423"/>
                  <a:pt x="520479" y="276586"/>
                  <a:pt x="515425" y="260195"/>
                </a:cubicBezTo>
                <a:cubicBezTo>
                  <a:pt x="510012" y="242665"/>
                  <a:pt x="526074" y="237203"/>
                  <a:pt x="536180" y="240844"/>
                </a:cubicBezTo>
                <a:cubicBezTo>
                  <a:pt x="574980" y="255187"/>
                  <a:pt x="613602" y="229917"/>
                  <a:pt x="653668" y="250407"/>
                </a:cubicBezTo>
                <a:cubicBezTo>
                  <a:pt x="643561" y="199867"/>
                  <a:pt x="621723" y="177784"/>
                  <a:pt x="576064" y="170726"/>
                </a:cubicBezTo>
                <a:cubicBezTo>
                  <a:pt x="558919" y="167996"/>
                  <a:pt x="541053" y="172093"/>
                  <a:pt x="526254" y="157522"/>
                </a:cubicBezTo>
                <a:cubicBezTo>
                  <a:pt x="517771" y="149101"/>
                  <a:pt x="508207" y="139084"/>
                  <a:pt x="514884" y="123603"/>
                </a:cubicBezTo>
                <a:cubicBezTo>
                  <a:pt x="519577" y="112674"/>
                  <a:pt x="529684" y="112674"/>
                  <a:pt x="537985" y="116318"/>
                </a:cubicBezTo>
                <a:cubicBezTo>
                  <a:pt x="575162" y="132483"/>
                  <a:pt x="613963" y="138400"/>
                  <a:pt x="652764" y="144320"/>
                </a:cubicBezTo>
                <a:cubicBezTo>
                  <a:pt x="658720" y="145230"/>
                  <a:pt x="665397" y="148191"/>
                  <a:pt x="672075" y="133164"/>
                </a:cubicBezTo>
                <a:cubicBezTo>
                  <a:pt x="599526" y="108805"/>
                  <a:pt x="530585" y="74202"/>
                  <a:pt x="456051" y="60770"/>
                </a:cubicBezTo>
                <a:cubicBezTo>
                  <a:pt x="457133" y="54397"/>
                  <a:pt x="458215" y="48022"/>
                  <a:pt x="459299" y="41649"/>
                </a:cubicBezTo>
                <a:cubicBezTo>
                  <a:pt x="517591" y="50753"/>
                  <a:pt x="575884" y="59859"/>
                  <a:pt x="649515" y="71243"/>
                </a:cubicBezTo>
                <a:cubicBezTo>
                  <a:pt x="604218" y="35045"/>
                  <a:pt x="561446" y="47111"/>
                  <a:pt x="527879" y="15013"/>
                </a:cubicBezTo>
                <a:cubicBezTo>
                  <a:pt x="534195" y="2833"/>
                  <a:pt x="541820" y="-241"/>
                  <a:pt x="549716" y="15"/>
                </a:cubicBezTo>
                <a:close/>
              </a:path>
            </a:pathLst>
          </a:custGeom>
        </p:spPr>
      </p:pic>
      <p:pic>
        <p:nvPicPr>
          <p:cNvPr id="6" name="Рисунок 5" descr="Изображение выглядит как Наземный транспорт, транспортное средство, колесо, грузов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EF2D3C7-AD77-93ED-D356-077E7D355E9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697" r="17459" b="1"/>
          <a:stretch>
            <a:fillRect/>
          </a:stretch>
        </p:blipFill>
        <p:spPr>
          <a:xfrm>
            <a:off x="7621024" y="-5"/>
            <a:ext cx="4579876" cy="3536502"/>
          </a:xfrm>
          <a:custGeom>
            <a:avLst/>
            <a:gdLst/>
            <a:ahLst/>
            <a:cxnLst/>
            <a:rect l="l" t="t" r="r" b="b"/>
            <a:pathLst>
              <a:path w="4579876" h="3536502">
                <a:moveTo>
                  <a:pt x="457312" y="0"/>
                </a:moveTo>
                <a:lnTo>
                  <a:pt x="4579876" y="0"/>
                </a:lnTo>
                <a:lnTo>
                  <a:pt x="4579876" y="3057029"/>
                </a:lnTo>
                <a:lnTo>
                  <a:pt x="4508441" y="3086568"/>
                </a:lnTo>
                <a:cubicBezTo>
                  <a:pt x="4391572" y="3126663"/>
                  <a:pt x="4301124" y="3221848"/>
                  <a:pt x="4183947" y="3271738"/>
                </a:cubicBezTo>
                <a:cubicBezTo>
                  <a:pt x="4099090" y="3307854"/>
                  <a:pt x="4017967" y="3354374"/>
                  <a:pt x="3930625" y="3387123"/>
                </a:cubicBezTo>
                <a:cubicBezTo>
                  <a:pt x="3723932" y="3464557"/>
                  <a:pt x="3513195" y="3526689"/>
                  <a:pt x="3290337" y="3535564"/>
                </a:cubicBezTo>
                <a:cubicBezTo>
                  <a:pt x="3106332" y="3542605"/>
                  <a:pt x="1510274" y="3535872"/>
                  <a:pt x="861903" y="2528615"/>
                </a:cubicBezTo>
                <a:cubicBezTo>
                  <a:pt x="849470" y="2523717"/>
                  <a:pt x="835485" y="2510862"/>
                  <a:pt x="831133" y="2498619"/>
                </a:cubicBezTo>
                <a:cubicBezTo>
                  <a:pt x="810307" y="2441385"/>
                  <a:pt x="759333" y="2416594"/>
                  <a:pt x="713333" y="2385682"/>
                </a:cubicBezTo>
                <a:cubicBezTo>
                  <a:pt x="672925" y="2358442"/>
                  <a:pt x="630030" y="2329978"/>
                  <a:pt x="613246" y="2284067"/>
                </a:cubicBezTo>
                <a:cubicBezTo>
                  <a:pt x="591179" y="2222855"/>
                  <a:pt x="653963" y="2273050"/>
                  <a:pt x="665465" y="2249789"/>
                </a:cubicBezTo>
                <a:cubicBezTo>
                  <a:pt x="641532" y="2217960"/>
                  <a:pt x="604543" y="2188882"/>
                  <a:pt x="594908" y="2152767"/>
                </a:cubicBezTo>
                <a:cubicBezTo>
                  <a:pt x="559787" y="2022383"/>
                  <a:pt x="483946" y="1927503"/>
                  <a:pt x="370497" y="1853742"/>
                </a:cubicBezTo>
                <a:cubicBezTo>
                  <a:pt x="337861" y="1832624"/>
                  <a:pt x="316415" y="1794059"/>
                  <a:pt x="271969" y="1787940"/>
                </a:cubicBezTo>
                <a:cubicBezTo>
                  <a:pt x="173127" y="1774472"/>
                  <a:pt x="204209" y="1669186"/>
                  <a:pt x="151990" y="1622358"/>
                </a:cubicBezTo>
                <a:cubicBezTo>
                  <a:pt x="142044" y="1613481"/>
                  <a:pt x="133031" y="1596037"/>
                  <a:pt x="134895" y="1584102"/>
                </a:cubicBezTo>
                <a:cubicBezTo>
                  <a:pt x="137691" y="1566959"/>
                  <a:pt x="149504" y="1550739"/>
                  <a:pt x="159450" y="1535435"/>
                </a:cubicBezTo>
                <a:cubicBezTo>
                  <a:pt x="169708" y="1520133"/>
                  <a:pt x="185247" y="1506664"/>
                  <a:pt x="177788" y="1486465"/>
                </a:cubicBezTo>
                <a:cubicBezTo>
                  <a:pt x="174683" y="1478202"/>
                  <a:pt x="176855" y="1449432"/>
                  <a:pt x="153856" y="1472079"/>
                </a:cubicBezTo>
                <a:cubicBezTo>
                  <a:pt x="90760" y="1534212"/>
                  <a:pt x="54082" y="1475449"/>
                  <a:pt x="0" y="1447289"/>
                </a:cubicBezTo>
                <a:cubicBezTo>
                  <a:pt x="43515" y="1418212"/>
                  <a:pt x="82677" y="1397707"/>
                  <a:pt x="89205" y="1354247"/>
                </a:cubicBezTo>
                <a:cubicBezTo>
                  <a:pt x="102570" y="1264569"/>
                  <a:pt x="159758" y="1223557"/>
                  <a:pt x="246479" y="1215599"/>
                </a:cubicBezTo>
                <a:cubicBezTo>
                  <a:pt x="214465" y="1128983"/>
                  <a:pt x="214465" y="1128983"/>
                  <a:pt x="317968" y="1117045"/>
                </a:cubicBezTo>
                <a:cubicBezTo>
                  <a:pt x="278183" y="1061955"/>
                  <a:pt x="278183" y="1047876"/>
                  <a:pt x="326362" y="1028900"/>
                </a:cubicBezTo>
                <a:cubicBezTo>
                  <a:pt x="372673" y="1010841"/>
                  <a:pt x="423957" y="1004720"/>
                  <a:pt x="466852" y="976870"/>
                </a:cubicBezTo>
                <a:cubicBezTo>
                  <a:pt x="427377" y="906475"/>
                  <a:pt x="416188" y="824756"/>
                  <a:pt x="334754" y="790475"/>
                </a:cubicBezTo>
                <a:cubicBezTo>
                  <a:pt x="322010" y="785272"/>
                  <a:pt x="313307" y="764154"/>
                  <a:pt x="321386" y="751912"/>
                </a:cubicBezTo>
                <a:cubicBezTo>
                  <a:pt x="350915" y="707534"/>
                  <a:pt x="308644" y="623365"/>
                  <a:pt x="400645" y="613877"/>
                </a:cubicBezTo>
                <a:cubicBezTo>
                  <a:pt x="412147" y="612959"/>
                  <a:pt x="422716" y="603776"/>
                  <a:pt x="413701" y="591839"/>
                </a:cubicBezTo>
                <a:cubicBezTo>
                  <a:pt x="382618" y="550216"/>
                  <a:pt x="420228" y="552969"/>
                  <a:pt x="442917" y="547767"/>
                </a:cubicBezTo>
                <a:cubicBezTo>
                  <a:pt x="470271" y="541341"/>
                  <a:pt x="501353" y="559703"/>
                  <a:pt x="526840" y="537055"/>
                </a:cubicBezTo>
                <a:cubicBezTo>
                  <a:pt x="520932" y="513181"/>
                  <a:pt x="498866" y="513487"/>
                  <a:pt x="483325" y="505836"/>
                </a:cubicBezTo>
                <a:cubicBezTo>
                  <a:pt x="437946" y="483799"/>
                  <a:pt x="400956" y="457479"/>
                  <a:pt x="398780" y="400243"/>
                </a:cubicBezTo>
                <a:cubicBezTo>
                  <a:pt x="397229" y="354028"/>
                  <a:pt x="392255" y="313323"/>
                  <a:pt x="455041" y="299242"/>
                </a:cubicBezTo>
                <a:cubicBezTo>
                  <a:pt x="481149" y="293426"/>
                  <a:pt x="473687" y="260067"/>
                  <a:pt x="458769" y="243538"/>
                </a:cubicBezTo>
                <a:cubicBezTo>
                  <a:pt x="432038" y="214157"/>
                  <a:pt x="409972" y="174981"/>
                  <a:pt x="363969" y="172227"/>
                </a:cubicBezTo>
                <a:cubicBezTo>
                  <a:pt x="335995" y="170391"/>
                  <a:pt x="314549" y="158146"/>
                  <a:pt x="292481" y="144069"/>
                </a:cubicBezTo>
                <a:cubicBezTo>
                  <a:pt x="276630" y="133966"/>
                  <a:pt x="257670" y="125398"/>
                  <a:pt x="259534" y="103668"/>
                </a:cubicBezTo>
                <a:cubicBezTo>
                  <a:pt x="261399" y="82855"/>
                  <a:pt x="279736" y="74286"/>
                  <a:pt x="298387" y="70001"/>
                </a:cubicBezTo>
                <a:cubicBezTo>
                  <a:pt x="345011" y="59672"/>
                  <a:pt x="389535" y="45726"/>
                  <a:pt x="430782" y="19902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94330261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358</Words>
  <Application>Microsoft Office PowerPoint</Application>
  <PresentationFormat>Широкоэкранный</PresentationFormat>
  <Paragraphs>46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Arial Black</vt:lpstr>
      <vt:lpstr>Calibri</vt:lpstr>
      <vt:lpstr>Тема Office</vt:lpstr>
      <vt:lpstr>Тема: Проектирование баз данных службы доставки </vt:lpstr>
      <vt:lpstr>Введение</vt:lpstr>
      <vt:lpstr>Актуальность проекта</vt:lpstr>
      <vt:lpstr>Цель и задача</vt:lpstr>
      <vt:lpstr>Анализ предметной области </vt:lpstr>
      <vt:lpstr>Структура базы данных</vt:lpstr>
      <vt:lpstr>Реализация в MS Access</vt:lpstr>
      <vt:lpstr>Результат работы</vt:lpstr>
      <vt:lpstr>Заключение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Тема: Проектирование баз данных службы доставки</dc:title>
  <dc:creator>Kimisutji</dc:creator>
  <cp:lastModifiedBy>Алдар Пурбуев</cp:lastModifiedBy>
  <cp:revision>258</cp:revision>
  <dcterms:created xsi:type="dcterms:W3CDTF">2025-11-04T12:51:09Z</dcterms:created>
  <dcterms:modified xsi:type="dcterms:W3CDTF">2025-11-30T08:48:28Z</dcterms:modified>
</cp:coreProperties>
</file>